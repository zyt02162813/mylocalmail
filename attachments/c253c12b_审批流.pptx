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</p:sldIdLst>
  <p:sldSz cx="12192000" cy="6858000"/>
  <p:notesSz cx="6858000" cy="9144000"/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437340B9-576C-49A6-A9E0-92041E96A56E}" v="19" dt="2026-01-06T01:03:51.334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>
        <p:scale>
          <a:sx n="220" d="100"/>
          <a:sy n="220" d="100"/>
        </p:scale>
        <p:origin x="-9442" y="-3053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microsoft.com/office/2016/11/relationships/changesInfo" Target="changesInfos/changesInfo1.xml"/><Relationship Id="rId3" Type="http://schemas.openxmlformats.org/officeDocument/2006/relationships/slide" Target="slides/slide2.xml"/><Relationship Id="rId7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heme" Target="theme/theme1.xml"/><Relationship Id="rId5" Type="http://schemas.openxmlformats.org/officeDocument/2006/relationships/viewProps" Target="viewProps.xml"/><Relationship Id="rId4" Type="http://schemas.openxmlformats.org/officeDocument/2006/relationships/presProps" Target="presProps.xml"/><Relationship Id="rId9" Type="http://schemas.microsoft.com/office/2015/10/relationships/revisionInfo" Target="revisionInfo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Wu Sylvia" userId="7e2829db-020f-4dd4-b6d8-633b63c0093f" providerId="ADAL" clId="{437340B9-576C-49A6-A9E0-92041E96A56E}"/>
    <pc:docChg chg="undo custSel addSld modSld">
      <pc:chgData name="Wu Sylvia" userId="7e2829db-020f-4dd4-b6d8-633b63c0093f" providerId="ADAL" clId="{437340B9-576C-49A6-A9E0-92041E96A56E}" dt="2026-01-06T01:03:58.273" v="174" actId="1076"/>
      <pc:docMkLst>
        <pc:docMk/>
      </pc:docMkLst>
      <pc:sldChg chg="addSp delSp modSp new mod">
        <pc:chgData name="Wu Sylvia" userId="7e2829db-020f-4dd4-b6d8-633b63c0093f" providerId="ADAL" clId="{437340B9-576C-49A6-A9E0-92041E96A56E}" dt="2026-01-05T03:21:39.935" v="146" actId="1076"/>
        <pc:sldMkLst>
          <pc:docMk/>
          <pc:sldMk cId="1478386071" sldId="256"/>
        </pc:sldMkLst>
        <pc:spChg chg="del">
          <ac:chgData name="Wu Sylvia" userId="7e2829db-020f-4dd4-b6d8-633b63c0093f" providerId="ADAL" clId="{437340B9-576C-49A6-A9E0-92041E96A56E}" dt="2026-01-05T02:54:23.738" v="1" actId="478"/>
          <ac:spMkLst>
            <pc:docMk/>
            <pc:sldMk cId="1478386071" sldId="256"/>
            <ac:spMk id="2" creationId="{5C3826C4-3812-78FE-1D66-2487E7EDA1AB}"/>
          </ac:spMkLst>
        </pc:spChg>
        <pc:spChg chg="del">
          <ac:chgData name="Wu Sylvia" userId="7e2829db-020f-4dd4-b6d8-633b63c0093f" providerId="ADAL" clId="{437340B9-576C-49A6-A9E0-92041E96A56E}" dt="2026-01-05T02:54:23.738" v="1" actId="478"/>
          <ac:spMkLst>
            <pc:docMk/>
            <pc:sldMk cId="1478386071" sldId="256"/>
            <ac:spMk id="3" creationId="{8874F7CE-4284-3E01-45A3-FB15A2F51FC3}"/>
          </ac:spMkLst>
        </pc:spChg>
        <pc:spChg chg="add mod">
          <ac:chgData name="Wu Sylvia" userId="7e2829db-020f-4dd4-b6d8-633b63c0093f" providerId="ADAL" clId="{437340B9-576C-49A6-A9E0-92041E96A56E}" dt="2026-01-05T03:04:35.768" v="136" actId="207"/>
          <ac:spMkLst>
            <pc:docMk/>
            <pc:sldMk cId="1478386071" sldId="256"/>
            <ac:spMk id="6" creationId="{C9F5096F-B6EA-E452-4DAE-C37FDB519101}"/>
          </ac:spMkLst>
        </pc:spChg>
        <pc:spChg chg="add mod">
          <ac:chgData name="Wu Sylvia" userId="7e2829db-020f-4dd4-b6d8-633b63c0093f" providerId="ADAL" clId="{437340B9-576C-49A6-A9E0-92041E96A56E}" dt="2026-01-05T03:20:32.660" v="141" actId="1076"/>
          <ac:spMkLst>
            <pc:docMk/>
            <pc:sldMk cId="1478386071" sldId="256"/>
            <ac:spMk id="7" creationId="{9AF88B5A-017F-365C-E6E4-4BC66FAFE72D}"/>
          </ac:spMkLst>
        </pc:spChg>
        <pc:spChg chg="add mod">
          <ac:chgData name="Wu Sylvia" userId="7e2829db-020f-4dd4-b6d8-633b63c0093f" providerId="ADAL" clId="{437340B9-576C-49A6-A9E0-92041E96A56E}" dt="2026-01-05T03:20:55.384" v="143" actId="1076"/>
          <ac:spMkLst>
            <pc:docMk/>
            <pc:sldMk cId="1478386071" sldId="256"/>
            <ac:spMk id="8" creationId="{2F55F4EA-34FB-FEEC-A7E5-57625DF8E9B3}"/>
          </ac:spMkLst>
        </pc:spChg>
        <pc:spChg chg="add mod">
          <ac:chgData name="Wu Sylvia" userId="7e2829db-020f-4dd4-b6d8-633b63c0093f" providerId="ADAL" clId="{437340B9-576C-49A6-A9E0-92041E96A56E}" dt="2026-01-05T03:21:39.935" v="146" actId="1076"/>
          <ac:spMkLst>
            <pc:docMk/>
            <pc:sldMk cId="1478386071" sldId="256"/>
            <ac:spMk id="9" creationId="{17A5D280-9048-0816-AE3C-7B1503083B39}"/>
          </ac:spMkLst>
        </pc:spChg>
        <pc:picChg chg="add mod">
          <ac:chgData name="Wu Sylvia" userId="7e2829db-020f-4dd4-b6d8-633b63c0093f" providerId="ADAL" clId="{437340B9-576C-49A6-A9E0-92041E96A56E}" dt="2026-01-05T02:54:33.026" v="4" actId="962"/>
          <ac:picMkLst>
            <pc:docMk/>
            <pc:sldMk cId="1478386071" sldId="256"/>
            <ac:picMk id="5" creationId="{291FA005-C94E-D79D-5D67-51A1DF2A3C92}"/>
          </ac:picMkLst>
        </pc:picChg>
      </pc:sldChg>
      <pc:sldChg chg="addSp delSp modSp add mod">
        <pc:chgData name="Wu Sylvia" userId="7e2829db-020f-4dd4-b6d8-633b63c0093f" providerId="ADAL" clId="{437340B9-576C-49A6-A9E0-92041E96A56E}" dt="2026-01-06T01:03:58.273" v="174" actId="1076"/>
        <pc:sldMkLst>
          <pc:docMk/>
          <pc:sldMk cId="145573695" sldId="257"/>
        </pc:sldMkLst>
        <pc:spChg chg="add mod">
          <ac:chgData name="Wu Sylvia" userId="7e2829db-020f-4dd4-b6d8-633b63c0093f" providerId="ADAL" clId="{437340B9-576C-49A6-A9E0-92041E96A56E}" dt="2026-01-06T01:01:21.217" v="153" actId="1076"/>
          <ac:spMkLst>
            <pc:docMk/>
            <pc:sldMk cId="145573695" sldId="257"/>
            <ac:spMk id="2" creationId="{EE7896AF-B979-A9AA-958E-93B1B504AE95}"/>
          </ac:spMkLst>
        </pc:spChg>
        <pc:spChg chg="add mod">
          <ac:chgData name="Wu Sylvia" userId="7e2829db-020f-4dd4-b6d8-633b63c0093f" providerId="ADAL" clId="{437340B9-576C-49A6-A9E0-92041E96A56E}" dt="2026-01-06T01:02:04.945" v="156" actId="1076"/>
          <ac:spMkLst>
            <pc:docMk/>
            <pc:sldMk cId="145573695" sldId="257"/>
            <ac:spMk id="4" creationId="{5EB799B4-13E9-97D7-837E-82738505B211}"/>
          </ac:spMkLst>
        </pc:spChg>
        <pc:spChg chg="add mod">
          <ac:chgData name="Wu Sylvia" userId="7e2829db-020f-4dd4-b6d8-633b63c0093f" providerId="ADAL" clId="{437340B9-576C-49A6-A9E0-92041E96A56E}" dt="2026-01-06T01:03:10.775" v="163" actId="1076"/>
          <ac:spMkLst>
            <pc:docMk/>
            <pc:sldMk cId="145573695" sldId="257"/>
            <ac:spMk id="5" creationId="{6EF21DAB-4807-5AD6-C6D5-4D76544EE7EA}"/>
          </ac:spMkLst>
        </pc:spChg>
        <pc:spChg chg="add mod">
          <ac:chgData name="Wu Sylvia" userId="7e2829db-020f-4dd4-b6d8-633b63c0093f" providerId="ADAL" clId="{437340B9-576C-49A6-A9E0-92041E96A56E}" dt="2026-01-06T01:02:48.336" v="161"/>
          <ac:spMkLst>
            <pc:docMk/>
            <pc:sldMk cId="145573695" sldId="257"/>
            <ac:spMk id="6" creationId="{45055B81-3E8A-ACE3-12A6-D6B55336715C}"/>
          </ac:spMkLst>
        </pc:spChg>
        <pc:spChg chg="del">
          <ac:chgData name="Wu Sylvia" userId="7e2829db-020f-4dd4-b6d8-633b63c0093f" providerId="ADAL" clId="{437340B9-576C-49A6-A9E0-92041E96A56E}" dt="2026-01-05T03:22:34.489" v="148" actId="478"/>
          <ac:spMkLst>
            <pc:docMk/>
            <pc:sldMk cId="145573695" sldId="257"/>
            <ac:spMk id="6" creationId="{C8358D49-8B43-4FDC-03F8-BBB8BB1E4466}"/>
          </ac:spMkLst>
        </pc:spChg>
        <pc:spChg chg="del">
          <ac:chgData name="Wu Sylvia" userId="7e2829db-020f-4dd4-b6d8-633b63c0093f" providerId="ADAL" clId="{437340B9-576C-49A6-A9E0-92041E96A56E}" dt="2026-01-05T03:22:34.489" v="148" actId="478"/>
          <ac:spMkLst>
            <pc:docMk/>
            <pc:sldMk cId="145573695" sldId="257"/>
            <ac:spMk id="7" creationId="{6C2594B2-3BEF-DCE8-BC6A-6A2B7AA48689}"/>
          </ac:spMkLst>
        </pc:spChg>
        <pc:spChg chg="add mod">
          <ac:chgData name="Wu Sylvia" userId="7e2829db-020f-4dd4-b6d8-633b63c0093f" providerId="ADAL" clId="{437340B9-576C-49A6-A9E0-92041E96A56E}" dt="2026-01-06T01:03:25.369" v="167" actId="1076"/>
          <ac:spMkLst>
            <pc:docMk/>
            <pc:sldMk cId="145573695" sldId="257"/>
            <ac:spMk id="7" creationId="{98787251-9C59-D0C2-FC1E-1CD2309EE7A1}"/>
          </ac:spMkLst>
        </pc:spChg>
        <pc:spChg chg="add mod">
          <ac:chgData name="Wu Sylvia" userId="7e2829db-020f-4dd4-b6d8-633b63c0093f" providerId="ADAL" clId="{437340B9-576C-49A6-A9E0-92041E96A56E}" dt="2026-01-06T01:03:42.211" v="171" actId="1076"/>
          <ac:spMkLst>
            <pc:docMk/>
            <pc:sldMk cId="145573695" sldId="257"/>
            <ac:spMk id="8" creationId="{328897FC-BF6A-4C1A-2502-1BC01EA7B09B}"/>
          </ac:spMkLst>
        </pc:spChg>
        <pc:spChg chg="del">
          <ac:chgData name="Wu Sylvia" userId="7e2829db-020f-4dd4-b6d8-633b63c0093f" providerId="ADAL" clId="{437340B9-576C-49A6-A9E0-92041E96A56E}" dt="2026-01-05T03:22:34.489" v="148" actId="478"/>
          <ac:spMkLst>
            <pc:docMk/>
            <pc:sldMk cId="145573695" sldId="257"/>
            <ac:spMk id="8" creationId="{B3E66B8F-C568-5D76-1C13-552F926605A7}"/>
          </ac:spMkLst>
        </pc:spChg>
        <pc:spChg chg="add mod">
          <ac:chgData name="Wu Sylvia" userId="7e2829db-020f-4dd4-b6d8-633b63c0093f" providerId="ADAL" clId="{437340B9-576C-49A6-A9E0-92041E96A56E}" dt="2026-01-06T01:03:58.273" v="174" actId="1076"/>
          <ac:spMkLst>
            <pc:docMk/>
            <pc:sldMk cId="145573695" sldId="257"/>
            <ac:spMk id="9" creationId="{573CB18F-838A-309F-81F3-F58540C04870}"/>
          </ac:spMkLst>
        </pc:spChg>
        <pc:spChg chg="del">
          <ac:chgData name="Wu Sylvia" userId="7e2829db-020f-4dd4-b6d8-633b63c0093f" providerId="ADAL" clId="{437340B9-576C-49A6-A9E0-92041E96A56E}" dt="2026-01-05T03:22:34.489" v="148" actId="478"/>
          <ac:spMkLst>
            <pc:docMk/>
            <pc:sldMk cId="145573695" sldId="257"/>
            <ac:spMk id="9" creationId="{E04BD0E3-BEE8-9858-CB74-6DEABD5E8488}"/>
          </ac:spMkLst>
        </pc:spChg>
        <pc:picChg chg="add mod">
          <ac:chgData name="Wu Sylvia" userId="7e2829db-020f-4dd4-b6d8-633b63c0093f" providerId="ADAL" clId="{437340B9-576C-49A6-A9E0-92041E96A56E}" dt="2026-01-06T01:03:36.783" v="170" actId="1076"/>
          <ac:picMkLst>
            <pc:docMk/>
            <pc:sldMk cId="145573695" sldId="257"/>
            <ac:picMk id="3" creationId="{96CD0981-95C5-D638-4C98-FF2BA3A7C279}"/>
          </ac:picMkLst>
        </pc:picChg>
        <pc:picChg chg="del">
          <ac:chgData name="Wu Sylvia" userId="7e2829db-020f-4dd4-b6d8-633b63c0093f" providerId="ADAL" clId="{437340B9-576C-49A6-A9E0-92041E96A56E}" dt="2026-01-05T03:22:34.489" v="148" actId="478"/>
          <ac:picMkLst>
            <pc:docMk/>
            <pc:sldMk cId="145573695" sldId="257"/>
            <ac:picMk id="5" creationId="{2F7E7EF7-4C81-17A1-8836-56C46E3B76BD}"/>
          </ac:picMkLst>
        </pc:picChg>
      </pc:sldChg>
    </pc:docChg>
  </pc:docChgLst>
</pc:chgInfo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1335D1A6-D581-ED2D-0769-38AE6533BCD3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副标题 2">
            <a:extLst>
              <a:ext uri="{FF2B5EF4-FFF2-40B4-BE49-F238E27FC236}">
                <a16:creationId xmlns:a16="http://schemas.microsoft.com/office/drawing/2014/main" id="{365BC88D-60D8-5F25-91AD-7C14C41CC6A0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CN" altLang="en-US"/>
              <a:t>单击此处编辑母版副标题样式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1F7CAE30-1C71-917C-AA54-90D3235DF95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295B452-95E0-4BA8-B3D7-F2623B35E5D7}" type="datetimeFigureOut">
              <a:rPr lang="zh-CN" altLang="en-US" smtClean="0"/>
              <a:t>2026/1/6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6E96E591-793A-3323-1E2F-F3A50870BD0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E3191995-3947-2C74-DB74-5AD4E7E7452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BCC062F-0FD7-4F82-AC77-0D830845B158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5330268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298194FE-8630-72A4-662A-27C9B98491A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DDEAD086-E5B8-1E3A-9E95-A591AACDF77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31143663-0869-0D3E-64E7-380186A84C4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295B452-95E0-4BA8-B3D7-F2623B35E5D7}" type="datetimeFigureOut">
              <a:rPr lang="zh-CN" altLang="en-US" smtClean="0"/>
              <a:t>2026/1/6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8B23E98D-EB76-D106-A604-27D62E5D3B9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F1E1520B-AB89-E6DC-5640-7178925F40C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BCC062F-0FD7-4F82-AC77-0D830845B158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86772580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5DADFDF7-5B18-153E-57F1-D7CB8A34BB2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DDB9F175-0725-B0FE-0CBB-EA3BBE20E5D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AC582C13-657D-F375-8CBC-02402C8F105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295B452-95E0-4BA8-B3D7-F2623B35E5D7}" type="datetimeFigureOut">
              <a:rPr lang="zh-CN" altLang="en-US" smtClean="0"/>
              <a:t>2026/1/6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E7C536A0-4ADE-9405-D01C-BDEDA16DFC7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E77C3500-5B46-A78F-798F-8CC3D477379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BCC062F-0FD7-4F82-AC77-0D830845B158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167004827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0B0E5678-021B-437D-C085-5BBBC6DE2DD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BD2E6429-8E47-90D0-78CA-DA788815EF2E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内容占位符 3">
            <a:extLst>
              <a:ext uri="{FF2B5EF4-FFF2-40B4-BE49-F238E27FC236}">
                <a16:creationId xmlns:a16="http://schemas.microsoft.com/office/drawing/2014/main" id="{49890375-828F-1D3B-7C49-121D00D01F57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DA8F326C-D05B-3CCE-AA26-3C627C7B917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295B452-95E0-4BA8-B3D7-F2623B35E5D7}" type="datetimeFigureOut">
              <a:rPr lang="zh-CN" altLang="en-US" smtClean="0"/>
              <a:t>2026/1/6</a:t>
            </a:fld>
            <a:endParaRPr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A46241BE-2A75-E8E9-17E2-13C221283C5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1C5FB8F8-88E7-B034-3C81-561A8523FDB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BCC062F-0FD7-4F82-AC77-0D830845B158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01155090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460D26EE-86C6-BB8F-19DE-CFA0127F51F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7A5B63B5-43C7-73A7-F5E8-D57D0D4D3A3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内容占位符 3">
            <a:extLst>
              <a:ext uri="{FF2B5EF4-FFF2-40B4-BE49-F238E27FC236}">
                <a16:creationId xmlns:a16="http://schemas.microsoft.com/office/drawing/2014/main" id="{AB3ED1DB-B758-D78B-34F8-A2651E194342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5" name="文本占位符 4">
            <a:extLst>
              <a:ext uri="{FF2B5EF4-FFF2-40B4-BE49-F238E27FC236}">
                <a16:creationId xmlns:a16="http://schemas.microsoft.com/office/drawing/2014/main" id="{0E7D8379-DF25-3443-FB9C-C3D66CEEB109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6" name="内容占位符 5">
            <a:extLst>
              <a:ext uri="{FF2B5EF4-FFF2-40B4-BE49-F238E27FC236}">
                <a16:creationId xmlns:a16="http://schemas.microsoft.com/office/drawing/2014/main" id="{1A86DECF-7413-95B1-65AC-4684510C3295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7" name="日期占位符 6">
            <a:extLst>
              <a:ext uri="{FF2B5EF4-FFF2-40B4-BE49-F238E27FC236}">
                <a16:creationId xmlns:a16="http://schemas.microsoft.com/office/drawing/2014/main" id="{A756246D-078C-58AE-FC03-4EA49DBA3D0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295B452-95E0-4BA8-B3D7-F2623B35E5D7}" type="datetimeFigureOut">
              <a:rPr lang="zh-CN" altLang="en-US" smtClean="0"/>
              <a:t>2026/1/6</a:t>
            </a:fld>
            <a:endParaRPr lang="zh-CN" altLang="en-US"/>
          </a:p>
        </p:txBody>
      </p:sp>
      <p:sp>
        <p:nvSpPr>
          <p:cNvPr id="8" name="页脚占位符 7">
            <a:extLst>
              <a:ext uri="{FF2B5EF4-FFF2-40B4-BE49-F238E27FC236}">
                <a16:creationId xmlns:a16="http://schemas.microsoft.com/office/drawing/2014/main" id="{9F8B892E-776E-E795-6817-C6FAEE6C486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9" name="灯片编号占位符 8">
            <a:extLst>
              <a:ext uri="{FF2B5EF4-FFF2-40B4-BE49-F238E27FC236}">
                <a16:creationId xmlns:a16="http://schemas.microsoft.com/office/drawing/2014/main" id="{111B9FDB-0654-80AD-1B06-378D167CD04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BCC062F-0FD7-4F82-AC77-0D830845B158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37818915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2AADBA87-9F0E-CEE8-65CC-8EF9A55C85E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日期占位符 2">
            <a:extLst>
              <a:ext uri="{FF2B5EF4-FFF2-40B4-BE49-F238E27FC236}">
                <a16:creationId xmlns:a16="http://schemas.microsoft.com/office/drawing/2014/main" id="{F7142B81-AFD6-1965-835D-F8DD5763D7F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295B452-95E0-4BA8-B3D7-F2623B35E5D7}" type="datetimeFigureOut">
              <a:rPr lang="zh-CN" altLang="en-US" smtClean="0"/>
              <a:t>2026/1/6</a:t>
            </a:fld>
            <a:endParaRPr lang="zh-CN" altLang="en-US"/>
          </a:p>
        </p:txBody>
      </p:sp>
      <p:sp>
        <p:nvSpPr>
          <p:cNvPr id="4" name="页脚占位符 3">
            <a:extLst>
              <a:ext uri="{FF2B5EF4-FFF2-40B4-BE49-F238E27FC236}">
                <a16:creationId xmlns:a16="http://schemas.microsoft.com/office/drawing/2014/main" id="{9265B821-F18A-8468-5873-7D2FFD7291B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>
            <a:extLst>
              <a:ext uri="{FF2B5EF4-FFF2-40B4-BE49-F238E27FC236}">
                <a16:creationId xmlns:a16="http://schemas.microsoft.com/office/drawing/2014/main" id="{E00F2072-106B-6ABC-AE45-6CE021E2BE5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BCC062F-0FD7-4F82-AC77-0D830845B158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25006208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>
            <a:extLst>
              <a:ext uri="{FF2B5EF4-FFF2-40B4-BE49-F238E27FC236}">
                <a16:creationId xmlns:a16="http://schemas.microsoft.com/office/drawing/2014/main" id="{AE619F61-99DE-0F28-C3B6-E9728A839BB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295B452-95E0-4BA8-B3D7-F2623B35E5D7}" type="datetimeFigureOut">
              <a:rPr lang="zh-CN" altLang="en-US" smtClean="0"/>
              <a:t>2026/1/6</a:t>
            </a:fld>
            <a:endParaRPr lang="zh-CN" altLang="en-US"/>
          </a:p>
        </p:txBody>
      </p:sp>
      <p:sp>
        <p:nvSpPr>
          <p:cNvPr id="3" name="页脚占位符 2">
            <a:extLst>
              <a:ext uri="{FF2B5EF4-FFF2-40B4-BE49-F238E27FC236}">
                <a16:creationId xmlns:a16="http://schemas.microsoft.com/office/drawing/2014/main" id="{69BF8B50-8C51-AA20-7EA6-CF484226596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8967FB2B-83D1-243D-CB5A-A798CDB54C2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BCC062F-0FD7-4F82-AC77-0D830845B158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907154326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25941830-1D6B-5196-FABD-AC8F86E44CB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E12DA2FA-4CF2-F95F-AB76-4BC0988A75A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文本占位符 3">
            <a:extLst>
              <a:ext uri="{FF2B5EF4-FFF2-40B4-BE49-F238E27FC236}">
                <a16:creationId xmlns:a16="http://schemas.microsoft.com/office/drawing/2014/main" id="{8DFC6C72-D540-89C1-9D23-E3AD630D8730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5D5D1848-FE2A-EEB6-0DA7-0B8D5DEC297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295B452-95E0-4BA8-B3D7-F2623B35E5D7}" type="datetimeFigureOut">
              <a:rPr lang="zh-CN" altLang="en-US" smtClean="0"/>
              <a:t>2026/1/6</a:t>
            </a:fld>
            <a:endParaRPr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54F4AF7F-C1DC-712C-0F59-21891EB7372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F77020E5-B1BA-BF72-A7FA-EE1A5C49469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BCC062F-0FD7-4F82-AC77-0D830845B158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843063989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F6770A3B-07C5-E306-2B9B-6146B363204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图片占位符 2">
            <a:extLst>
              <a:ext uri="{FF2B5EF4-FFF2-40B4-BE49-F238E27FC236}">
                <a16:creationId xmlns:a16="http://schemas.microsoft.com/office/drawing/2014/main" id="{2E48CD28-617C-913F-F096-3D09538E37A2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zh-CN" altLang="en-US"/>
          </a:p>
        </p:txBody>
      </p:sp>
      <p:sp>
        <p:nvSpPr>
          <p:cNvPr id="4" name="文本占位符 3">
            <a:extLst>
              <a:ext uri="{FF2B5EF4-FFF2-40B4-BE49-F238E27FC236}">
                <a16:creationId xmlns:a16="http://schemas.microsoft.com/office/drawing/2014/main" id="{039B5DBC-2E25-0AB1-B59C-225B5FAA7341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93A5375B-AD1B-E125-232B-EA8A27B7F75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295B452-95E0-4BA8-B3D7-F2623B35E5D7}" type="datetimeFigureOut">
              <a:rPr lang="zh-CN" altLang="en-US" smtClean="0"/>
              <a:t>2026/1/6</a:t>
            </a:fld>
            <a:endParaRPr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630EC401-EC4A-672B-708E-6A84AA8055E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470DEB5B-2407-BE41-E602-E3A1F7B137A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BCC062F-0FD7-4F82-AC77-0D830845B158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953188596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1AD72539-D143-2E13-6521-C10A261B8B7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>
            <a:extLst>
              <a:ext uri="{FF2B5EF4-FFF2-40B4-BE49-F238E27FC236}">
                <a16:creationId xmlns:a16="http://schemas.microsoft.com/office/drawing/2014/main" id="{C4A5982D-4FD6-5C3E-829E-49CD47AAD9EA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3F93022C-D675-EB91-FCA8-B09A13703B4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295B452-95E0-4BA8-B3D7-F2623B35E5D7}" type="datetimeFigureOut">
              <a:rPr lang="zh-CN" altLang="en-US" smtClean="0"/>
              <a:t>2026/1/6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C790C688-5C79-DA3C-62B6-E74048D03D2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3D52B606-12B1-8C3C-317F-E4FA5DB6B46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BCC062F-0FD7-4F82-AC77-0D830845B158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910660490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竖排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>
            <a:extLst>
              <a:ext uri="{FF2B5EF4-FFF2-40B4-BE49-F238E27FC236}">
                <a16:creationId xmlns:a16="http://schemas.microsoft.com/office/drawing/2014/main" id="{38E70C83-44DE-C355-78D2-235766C38C70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>
            <a:extLst>
              <a:ext uri="{FF2B5EF4-FFF2-40B4-BE49-F238E27FC236}">
                <a16:creationId xmlns:a16="http://schemas.microsoft.com/office/drawing/2014/main" id="{77AB727C-A0E6-4A99-51B1-D19F9CCEAA89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0AF167B0-09C3-6B7D-31FC-8F35EAC524F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295B452-95E0-4BA8-B3D7-F2623B35E5D7}" type="datetimeFigureOut">
              <a:rPr lang="zh-CN" altLang="en-US" smtClean="0"/>
              <a:t>2026/1/6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03D44262-4E19-4DBB-6C00-4D0D33C261C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7B863FBE-BDE8-D9BA-E94E-90C2FFBBD85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BCC062F-0FD7-4F82-AC77-0D830845B158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35610631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>
            <a:extLst>
              <a:ext uri="{FF2B5EF4-FFF2-40B4-BE49-F238E27FC236}">
                <a16:creationId xmlns:a16="http://schemas.microsoft.com/office/drawing/2014/main" id="{5F128501-A1E3-6391-A192-4D5192ECE38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23433EF6-7F1A-A447-44B9-AA79F1ED68D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8840B15B-60C7-6FBE-302D-BD164F872B69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C295B452-95E0-4BA8-B3D7-F2623B35E5D7}" type="datetimeFigureOut">
              <a:rPr lang="zh-CN" altLang="en-US" smtClean="0"/>
              <a:t>2026/1/6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9D2CB5D9-1478-0B6D-D09A-9454EA50B45D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416BB9A0-0AB8-D78F-0468-8F0FE11D2938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CBCC062F-0FD7-4F82-AC77-0D830845B158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85796407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图片 4" descr="电脑萤幕&#10;&#10;AI 生成的内容可能不正确。">
            <a:extLst>
              <a:ext uri="{FF2B5EF4-FFF2-40B4-BE49-F238E27FC236}">
                <a16:creationId xmlns:a16="http://schemas.microsoft.com/office/drawing/2014/main" id="{291FA005-C94E-D79D-5D67-51A1DF2A3C92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211608" y="0"/>
            <a:ext cx="7768784" cy="6858000"/>
          </a:xfrm>
          <a:prstGeom prst="rect">
            <a:avLst/>
          </a:prstGeom>
        </p:spPr>
      </p:pic>
      <p:sp>
        <p:nvSpPr>
          <p:cNvPr id="6" name="文本框 5">
            <a:extLst>
              <a:ext uri="{FF2B5EF4-FFF2-40B4-BE49-F238E27FC236}">
                <a16:creationId xmlns:a16="http://schemas.microsoft.com/office/drawing/2014/main" id="{C9F5096F-B6EA-E452-4DAE-C37FDB519101}"/>
              </a:ext>
            </a:extLst>
          </p:cNvPr>
          <p:cNvSpPr txBox="1"/>
          <p:nvPr/>
        </p:nvSpPr>
        <p:spPr>
          <a:xfrm>
            <a:off x="3203119" y="2254831"/>
            <a:ext cx="944337" cy="276999"/>
          </a:xfrm>
          <a:prstGeom prst="rect">
            <a:avLst/>
          </a:prstGeom>
          <a:solidFill>
            <a:srgbClr val="FF0000">
              <a:alpha val="75000"/>
            </a:srgbClr>
          </a:solidFill>
        </p:spPr>
        <p:txBody>
          <a:bodyPr wrap="square" rtlCol="0">
            <a:spAutoFit/>
          </a:bodyPr>
          <a:lstStyle/>
          <a:p>
            <a:r>
              <a:rPr lang="en-US" altLang="zh-CN" sz="400" b="1" dirty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微软雅黑" panose="020B0503020204020204" pitchFamily="34" charset="-122"/>
                <a:ea typeface="微软雅黑" panose="020B0503020204020204" pitchFamily="34" charset="-122"/>
              </a:rPr>
              <a:t>Panbin</a:t>
            </a:r>
            <a:r>
              <a:rPr lang="zh-CN" altLang="en-US" sz="400" b="1" dirty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微软雅黑" panose="020B0503020204020204" pitchFamily="34" charset="-122"/>
                <a:ea typeface="微软雅黑" panose="020B0503020204020204" pitchFamily="34" charset="-122"/>
              </a:rPr>
              <a:t>换成</a:t>
            </a:r>
            <a:r>
              <a:rPr lang="en-US" altLang="zh-CN" sz="400" b="1" dirty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微软雅黑" panose="020B0503020204020204" pitchFamily="34" charset="-122"/>
                <a:ea typeface="微软雅黑" panose="020B0503020204020204" pitchFamily="34" charset="-122"/>
              </a:rPr>
              <a:t>: </a:t>
            </a:r>
            <a:r>
              <a:rPr lang="zh-CN" altLang="en-US" sz="400" b="1" dirty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微软雅黑" panose="020B0503020204020204" pitchFamily="34" charset="-122"/>
                <a:ea typeface="微软雅黑" panose="020B0503020204020204" pitchFamily="34" charset="-122"/>
              </a:rPr>
              <a:t>李润叶</a:t>
            </a:r>
            <a:endParaRPr lang="en-US" altLang="zh-CN" sz="400" b="1" dirty="0">
              <a:solidFill>
                <a:schemeClr val="bg1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endParaRPr lang="en-US" altLang="zh-CN" sz="400" b="1" dirty="0">
              <a:solidFill>
                <a:schemeClr val="bg1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r>
              <a:rPr lang="en-US" altLang="zh-CN" sz="400" b="1" dirty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微软雅黑" panose="020B0503020204020204" pitchFamily="34" charset="-122"/>
                <a:ea typeface="微软雅黑" panose="020B0503020204020204" pitchFamily="34" charset="-122"/>
              </a:rPr>
              <a:t>Sharon.Li@neurogen.com.cn</a:t>
            </a:r>
          </a:p>
        </p:txBody>
      </p:sp>
      <p:sp>
        <p:nvSpPr>
          <p:cNvPr id="7" name="文本框 6">
            <a:extLst>
              <a:ext uri="{FF2B5EF4-FFF2-40B4-BE49-F238E27FC236}">
                <a16:creationId xmlns:a16="http://schemas.microsoft.com/office/drawing/2014/main" id="{9AF88B5A-017F-365C-E6E4-4BC66FAFE72D}"/>
              </a:ext>
            </a:extLst>
          </p:cNvPr>
          <p:cNvSpPr txBox="1"/>
          <p:nvPr/>
        </p:nvSpPr>
        <p:spPr>
          <a:xfrm>
            <a:off x="5623831" y="2235074"/>
            <a:ext cx="944337" cy="276999"/>
          </a:xfrm>
          <a:prstGeom prst="rect">
            <a:avLst/>
          </a:prstGeom>
          <a:solidFill>
            <a:srgbClr val="FF0000">
              <a:alpha val="75000"/>
            </a:srgbClr>
          </a:solidFill>
        </p:spPr>
        <p:txBody>
          <a:bodyPr wrap="square" rtlCol="0">
            <a:spAutoFit/>
          </a:bodyPr>
          <a:lstStyle/>
          <a:p>
            <a:r>
              <a:rPr lang="en-US" altLang="zh-CN" sz="400" b="1" dirty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微软雅黑" panose="020B0503020204020204" pitchFamily="34" charset="-122"/>
                <a:ea typeface="微软雅黑" panose="020B0503020204020204" pitchFamily="34" charset="-122"/>
              </a:rPr>
              <a:t>Panbin</a:t>
            </a:r>
            <a:r>
              <a:rPr lang="zh-CN" altLang="en-US" sz="400" b="1" dirty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微软雅黑" panose="020B0503020204020204" pitchFamily="34" charset="-122"/>
                <a:ea typeface="微软雅黑" panose="020B0503020204020204" pitchFamily="34" charset="-122"/>
              </a:rPr>
              <a:t>换成</a:t>
            </a:r>
            <a:r>
              <a:rPr lang="en-US" altLang="zh-CN" sz="400" b="1" dirty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微软雅黑" panose="020B0503020204020204" pitchFamily="34" charset="-122"/>
                <a:ea typeface="微软雅黑" panose="020B0503020204020204" pitchFamily="34" charset="-122"/>
              </a:rPr>
              <a:t>: </a:t>
            </a:r>
            <a:r>
              <a:rPr lang="zh-CN" altLang="en-US" sz="400" b="1" dirty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微软雅黑" panose="020B0503020204020204" pitchFamily="34" charset="-122"/>
                <a:ea typeface="微软雅黑" panose="020B0503020204020204" pitchFamily="34" charset="-122"/>
              </a:rPr>
              <a:t>李润叶</a:t>
            </a:r>
            <a:endParaRPr lang="en-US" altLang="zh-CN" sz="400" b="1" dirty="0">
              <a:solidFill>
                <a:schemeClr val="bg1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endParaRPr lang="en-US" altLang="zh-CN" sz="400" b="1" dirty="0">
              <a:solidFill>
                <a:schemeClr val="bg1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r>
              <a:rPr lang="en-US" altLang="zh-CN" sz="400" b="1" dirty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微软雅黑" panose="020B0503020204020204" pitchFamily="34" charset="-122"/>
                <a:ea typeface="微软雅黑" panose="020B0503020204020204" pitchFamily="34" charset="-122"/>
              </a:rPr>
              <a:t>Sharon.Li@neurogen.com.cn</a:t>
            </a:r>
          </a:p>
        </p:txBody>
      </p:sp>
      <p:sp>
        <p:nvSpPr>
          <p:cNvPr id="8" name="文本框 7">
            <a:extLst>
              <a:ext uri="{FF2B5EF4-FFF2-40B4-BE49-F238E27FC236}">
                <a16:creationId xmlns:a16="http://schemas.microsoft.com/office/drawing/2014/main" id="{2F55F4EA-34FB-FEEC-A7E5-57625DF8E9B3}"/>
              </a:ext>
            </a:extLst>
          </p:cNvPr>
          <p:cNvSpPr txBox="1"/>
          <p:nvPr/>
        </p:nvSpPr>
        <p:spPr>
          <a:xfrm>
            <a:off x="7534476" y="2906763"/>
            <a:ext cx="944337" cy="276999"/>
          </a:xfrm>
          <a:prstGeom prst="rect">
            <a:avLst/>
          </a:prstGeom>
          <a:solidFill>
            <a:srgbClr val="FF0000">
              <a:alpha val="75000"/>
            </a:srgbClr>
          </a:solidFill>
        </p:spPr>
        <p:txBody>
          <a:bodyPr wrap="square" rtlCol="0">
            <a:spAutoFit/>
          </a:bodyPr>
          <a:lstStyle/>
          <a:p>
            <a:r>
              <a:rPr lang="en-US" altLang="zh-CN" sz="400" b="1" dirty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微软雅黑" panose="020B0503020204020204" pitchFamily="34" charset="-122"/>
                <a:ea typeface="微软雅黑" panose="020B0503020204020204" pitchFamily="34" charset="-122"/>
              </a:rPr>
              <a:t>Panbin</a:t>
            </a:r>
            <a:r>
              <a:rPr lang="zh-CN" altLang="en-US" sz="400" b="1" dirty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微软雅黑" panose="020B0503020204020204" pitchFamily="34" charset="-122"/>
                <a:ea typeface="微软雅黑" panose="020B0503020204020204" pitchFamily="34" charset="-122"/>
              </a:rPr>
              <a:t>换成</a:t>
            </a:r>
            <a:r>
              <a:rPr lang="en-US" altLang="zh-CN" sz="400" b="1" dirty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微软雅黑" panose="020B0503020204020204" pitchFamily="34" charset="-122"/>
                <a:ea typeface="微软雅黑" panose="020B0503020204020204" pitchFamily="34" charset="-122"/>
              </a:rPr>
              <a:t>: </a:t>
            </a:r>
            <a:r>
              <a:rPr lang="zh-CN" altLang="en-US" sz="400" b="1" dirty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微软雅黑" panose="020B0503020204020204" pitchFamily="34" charset="-122"/>
                <a:ea typeface="微软雅黑" panose="020B0503020204020204" pitchFamily="34" charset="-122"/>
              </a:rPr>
              <a:t>李润叶</a:t>
            </a:r>
            <a:endParaRPr lang="en-US" altLang="zh-CN" sz="400" b="1" dirty="0">
              <a:solidFill>
                <a:schemeClr val="bg1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endParaRPr lang="en-US" altLang="zh-CN" sz="400" b="1" dirty="0">
              <a:solidFill>
                <a:schemeClr val="bg1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r>
              <a:rPr lang="en-US" altLang="zh-CN" sz="400" b="1" dirty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微软雅黑" panose="020B0503020204020204" pitchFamily="34" charset="-122"/>
                <a:ea typeface="微软雅黑" panose="020B0503020204020204" pitchFamily="34" charset="-122"/>
              </a:rPr>
              <a:t>Sharon.Li@neurogen.com.cn</a:t>
            </a:r>
          </a:p>
        </p:txBody>
      </p:sp>
      <p:sp>
        <p:nvSpPr>
          <p:cNvPr id="9" name="文本框 8">
            <a:extLst>
              <a:ext uri="{FF2B5EF4-FFF2-40B4-BE49-F238E27FC236}">
                <a16:creationId xmlns:a16="http://schemas.microsoft.com/office/drawing/2014/main" id="{17A5D280-9048-0816-AE3C-7B1503083B39}"/>
              </a:ext>
            </a:extLst>
          </p:cNvPr>
          <p:cNvSpPr txBox="1"/>
          <p:nvPr/>
        </p:nvSpPr>
        <p:spPr>
          <a:xfrm>
            <a:off x="8999209" y="2254830"/>
            <a:ext cx="944337" cy="276999"/>
          </a:xfrm>
          <a:prstGeom prst="rect">
            <a:avLst/>
          </a:prstGeom>
          <a:solidFill>
            <a:srgbClr val="FF0000">
              <a:alpha val="75000"/>
            </a:srgbClr>
          </a:solidFill>
        </p:spPr>
        <p:txBody>
          <a:bodyPr wrap="square" rtlCol="0">
            <a:spAutoFit/>
          </a:bodyPr>
          <a:lstStyle/>
          <a:p>
            <a:r>
              <a:rPr lang="en-US" altLang="zh-CN" sz="400" b="1" dirty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微软雅黑" panose="020B0503020204020204" pitchFamily="34" charset="-122"/>
                <a:ea typeface="微软雅黑" panose="020B0503020204020204" pitchFamily="34" charset="-122"/>
              </a:rPr>
              <a:t>Panbin</a:t>
            </a:r>
            <a:r>
              <a:rPr lang="zh-CN" altLang="en-US" sz="400" b="1" dirty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微软雅黑" panose="020B0503020204020204" pitchFamily="34" charset="-122"/>
                <a:ea typeface="微软雅黑" panose="020B0503020204020204" pitchFamily="34" charset="-122"/>
              </a:rPr>
              <a:t>换成</a:t>
            </a:r>
            <a:r>
              <a:rPr lang="en-US" altLang="zh-CN" sz="400" b="1" dirty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微软雅黑" panose="020B0503020204020204" pitchFamily="34" charset="-122"/>
                <a:ea typeface="微软雅黑" panose="020B0503020204020204" pitchFamily="34" charset="-122"/>
              </a:rPr>
              <a:t>: </a:t>
            </a:r>
            <a:r>
              <a:rPr lang="zh-CN" altLang="en-US" sz="400" b="1" dirty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微软雅黑" panose="020B0503020204020204" pitchFamily="34" charset="-122"/>
                <a:ea typeface="微软雅黑" panose="020B0503020204020204" pitchFamily="34" charset="-122"/>
              </a:rPr>
              <a:t>李润叶</a:t>
            </a:r>
            <a:endParaRPr lang="en-US" altLang="zh-CN" sz="400" b="1" dirty="0">
              <a:solidFill>
                <a:schemeClr val="bg1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endParaRPr lang="en-US" altLang="zh-CN" sz="400" b="1" dirty="0">
              <a:solidFill>
                <a:schemeClr val="bg1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r>
              <a:rPr lang="en-US" altLang="zh-CN" sz="400" b="1" dirty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微软雅黑" panose="020B0503020204020204" pitchFamily="34" charset="-122"/>
                <a:ea typeface="微软雅黑" panose="020B0503020204020204" pitchFamily="34" charset="-122"/>
              </a:rPr>
              <a:t>Sharon.Li@neurogen.com.cn</a:t>
            </a:r>
          </a:p>
        </p:txBody>
      </p:sp>
    </p:spTree>
    <p:extLst>
      <p:ext uri="{BB962C8B-B14F-4D97-AF65-F5344CB8AC3E}">
        <p14:creationId xmlns:p14="http://schemas.microsoft.com/office/powerpoint/2010/main" val="1478386071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E1CECC3-7C6F-0402-9BFE-B4E67357382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图片 2" descr="图表&#10;&#10;AI 生成的内容可能不正确。">
            <a:extLst>
              <a:ext uri="{FF2B5EF4-FFF2-40B4-BE49-F238E27FC236}">
                <a16:creationId xmlns:a16="http://schemas.microsoft.com/office/drawing/2014/main" id="{96CD0981-95C5-D638-4C98-FF2BA3A7C279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565079"/>
            <a:ext cx="12192000" cy="5727841"/>
          </a:xfrm>
          <a:prstGeom prst="rect">
            <a:avLst/>
          </a:prstGeom>
        </p:spPr>
      </p:pic>
      <p:sp>
        <p:nvSpPr>
          <p:cNvPr id="2" name="文本框 1">
            <a:extLst>
              <a:ext uri="{FF2B5EF4-FFF2-40B4-BE49-F238E27FC236}">
                <a16:creationId xmlns:a16="http://schemas.microsoft.com/office/drawing/2014/main" id="{EE7896AF-B979-A9AA-958E-93B1B504AE95}"/>
              </a:ext>
            </a:extLst>
          </p:cNvPr>
          <p:cNvSpPr txBox="1"/>
          <p:nvPr/>
        </p:nvSpPr>
        <p:spPr>
          <a:xfrm>
            <a:off x="2835973" y="4166758"/>
            <a:ext cx="944337" cy="276999"/>
          </a:xfrm>
          <a:prstGeom prst="rect">
            <a:avLst/>
          </a:prstGeom>
          <a:solidFill>
            <a:srgbClr val="FF0000">
              <a:alpha val="75000"/>
            </a:srgbClr>
          </a:solidFill>
        </p:spPr>
        <p:txBody>
          <a:bodyPr wrap="square" rtlCol="0">
            <a:spAutoFit/>
          </a:bodyPr>
          <a:lstStyle/>
          <a:p>
            <a:r>
              <a:rPr lang="en-US" altLang="zh-CN" sz="400" b="1" dirty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微软雅黑" panose="020B0503020204020204" pitchFamily="34" charset="-122"/>
                <a:ea typeface="微软雅黑" panose="020B0503020204020204" pitchFamily="34" charset="-122"/>
              </a:rPr>
              <a:t>Panbin</a:t>
            </a:r>
            <a:r>
              <a:rPr lang="zh-CN" altLang="en-US" sz="400" b="1" dirty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微软雅黑" panose="020B0503020204020204" pitchFamily="34" charset="-122"/>
                <a:ea typeface="微软雅黑" panose="020B0503020204020204" pitchFamily="34" charset="-122"/>
              </a:rPr>
              <a:t>换成</a:t>
            </a:r>
            <a:r>
              <a:rPr lang="en-US" altLang="zh-CN" sz="400" b="1" dirty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微软雅黑" panose="020B0503020204020204" pitchFamily="34" charset="-122"/>
                <a:ea typeface="微软雅黑" panose="020B0503020204020204" pitchFamily="34" charset="-122"/>
              </a:rPr>
              <a:t>: </a:t>
            </a:r>
            <a:r>
              <a:rPr lang="zh-CN" altLang="en-US" sz="400" b="1" dirty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微软雅黑" panose="020B0503020204020204" pitchFamily="34" charset="-122"/>
                <a:ea typeface="微软雅黑" panose="020B0503020204020204" pitchFamily="34" charset="-122"/>
              </a:rPr>
              <a:t>李润叶</a:t>
            </a:r>
            <a:endParaRPr lang="en-US" altLang="zh-CN" sz="400" b="1" dirty="0">
              <a:solidFill>
                <a:schemeClr val="bg1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endParaRPr lang="en-US" altLang="zh-CN" sz="400" b="1" dirty="0">
              <a:solidFill>
                <a:schemeClr val="bg1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r>
              <a:rPr lang="en-US" altLang="zh-CN" sz="400" b="1" dirty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微软雅黑" panose="020B0503020204020204" pitchFamily="34" charset="-122"/>
                <a:ea typeface="微软雅黑" panose="020B0503020204020204" pitchFamily="34" charset="-122"/>
              </a:rPr>
              <a:t>Sharon.Li@neurogen.com.cn</a:t>
            </a:r>
          </a:p>
        </p:txBody>
      </p:sp>
      <p:sp>
        <p:nvSpPr>
          <p:cNvPr id="4" name="文本框 3">
            <a:extLst>
              <a:ext uri="{FF2B5EF4-FFF2-40B4-BE49-F238E27FC236}">
                <a16:creationId xmlns:a16="http://schemas.microsoft.com/office/drawing/2014/main" id="{5EB799B4-13E9-97D7-837E-82738505B211}"/>
              </a:ext>
            </a:extLst>
          </p:cNvPr>
          <p:cNvSpPr txBox="1"/>
          <p:nvPr/>
        </p:nvSpPr>
        <p:spPr>
          <a:xfrm>
            <a:off x="4235283" y="4752111"/>
            <a:ext cx="944337" cy="276999"/>
          </a:xfrm>
          <a:prstGeom prst="rect">
            <a:avLst/>
          </a:prstGeom>
          <a:solidFill>
            <a:srgbClr val="FF0000">
              <a:alpha val="75000"/>
            </a:srgbClr>
          </a:solidFill>
        </p:spPr>
        <p:txBody>
          <a:bodyPr wrap="square" rtlCol="0">
            <a:spAutoFit/>
          </a:bodyPr>
          <a:lstStyle/>
          <a:p>
            <a:r>
              <a:rPr lang="en-US" altLang="zh-CN" sz="400" b="1" dirty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微软雅黑" panose="020B0503020204020204" pitchFamily="34" charset="-122"/>
                <a:ea typeface="微软雅黑" panose="020B0503020204020204" pitchFamily="34" charset="-122"/>
              </a:rPr>
              <a:t>Panbin</a:t>
            </a:r>
            <a:r>
              <a:rPr lang="zh-CN" altLang="en-US" sz="400" b="1" dirty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微软雅黑" panose="020B0503020204020204" pitchFamily="34" charset="-122"/>
                <a:ea typeface="微软雅黑" panose="020B0503020204020204" pitchFamily="34" charset="-122"/>
              </a:rPr>
              <a:t>换成</a:t>
            </a:r>
            <a:r>
              <a:rPr lang="en-US" altLang="zh-CN" sz="400" b="1" dirty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微软雅黑" panose="020B0503020204020204" pitchFamily="34" charset="-122"/>
                <a:ea typeface="微软雅黑" panose="020B0503020204020204" pitchFamily="34" charset="-122"/>
              </a:rPr>
              <a:t>: </a:t>
            </a:r>
            <a:r>
              <a:rPr lang="zh-CN" altLang="en-US" sz="400" b="1" dirty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微软雅黑" panose="020B0503020204020204" pitchFamily="34" charset="-122"/>
                <a:ea typeface="微软雅黑" panose="020B0503020204020204" pitchFamily="34" charset="-122"/>
              </a:rPr>
              <a:t>李润叶</a:t>
            </a:r>
            <a:endParaRPr lang="en-US" altLang="zh-CN" sz="400" b="1" dirty="0">
              <a:solidFill>
                <a:schemeClr val="bg1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endParaRPr lang="en-US" altLang="zh-CN" sz="400" b="1" dirty="0">
              <a:solidFill>
                <a:schemeClr val="bg1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r>
              <a:rPr lang="en-US" altLang="zh-CN" sz="400" b="1" dirty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微软雅黑" panose="020B0503020204020204" pitchFamily="34" charset="-122"/>
                <a:ea typeface="微软雅黑" panose="020B0503020204020204" pitchFamily="34" charset="-122"/>
              </a:rPr>
              <a:t>Sharon.Li@neurogen.com.cn</a:t>
            </a:r>
          </a:p>
        </p:txBody>
      </p:sp>
      <p:sp>
        <p:nvSpPr>
          <p:cNvPr id="5" name="文本框 4">
            <a:extLst>
              <a:ext uri="{FF2B5EF4-FFF2-40B4-BE49-F238E27FC236}">
                <a16:creationId xmlns:a16="http://schemas.microsoft.com/office/drawing/2014/main" id="{6EF21DAB-4807-5AD6-C6D5-4D76544EE7EA}"/>
              </a:ext>
            </a:extLst>
          </p:cNvPr>
          <p:cNvSpPr txBox="1"/>
          <p:nvPr/>
        </p:nvSpPr>
        <p:spPr>
          <a:xfrm>
            <a:off x="6096000" y="4097529"/>
            <a:ext cx="944337" cy="276999"/>
          </a:xfrm>
          <a:prstGeom prst="rect">
            <a:avLst/>
          </a:prstGeom>
          <a:solidFill>
            <a:srgbClr val="FF0000">
              <a:alpha val="75000"/>
            </a:srgbClr>
          </a:solidFill>
        </p:spPr>
        <p:txBody>
          <a:bodyPr wrap="square" rtlCol="0">
            <a:spAutoFit/>
          </a:bodyPr>
          <a:lstStyle/>
          <a:p>
            <a:r>
              <a:rPr lang="en-US" altLang="zh-CN" sz="400" b="1" dirty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微软雅黑" panose="020B0503020204020204" pitchFamily="34" charset="-122"/>
                <a:ea typeface="微软雅黑" panose="020B0503020204020204" pitchFamily="34" charset="-122"/>
              </a:rPr>
              <a:t>Panbin</a:t>
            </a:r>
            <a:r>
              <a:rPr lang="zh-CN" altLang="en-US" sz="400" b="1" dirty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微软雅黑" panose="020B0503020204020204" pitchFamily="34" charset="-122"/>
                <a:ea typeface="微软雅黑" panose="020B0503020204020204" pitchFamily="34" charset="-122"/>
              </a:rPr>
              <a:t>换成</a:t>
            </a:r>
            <a:r>
              <a:rPr lang="en-US" altLang="zh-CN" sz="400" b="1" dirty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微软雅黑" panose="020B0503020204020204" pitchFamily="34" charset="-122"/>
                <a:ea typeface="微软雅黑" panose="020B0503020204020204" pitchFamily="34" charset="-122"/>
              </a:rPr>
              <a:t>: </a:t>
            </a:r>
            <a:r>
              <a:rPr lang="zh-CN" altLang="en-US" sz="400" b="1" dirty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微软雅黑" panose="020B0503020204020204" pitchFamily="34" charset="-122"/>
                <a:ea typeface="微软雅黑" panose="020B0503020204020204" pitchFamily="34" charset="-122"/>
              </a:rPr>
              <a:t>李润叶</a:t>
            </a:r>
            <a:endParaRPr lang="en-US" altLang="zh-CN" sz="400" b="1" dirty="0">
              <a:solidFill>
                <a:schemeClr val="bg1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endParaRPr lang="en-US" altLang="zh-CN" sz="400" b="1" dirty="0">
              <a:solidFill>
                <a:schemeClr val="bg1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r>
              <a:rPr lang="en-US" altLang="zh-CN" sz="400" b="1" dirty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微软雅黑" panose="020B0503020204020204" pitchFamily="34" charset="-122"/>
                <a:ea typeface="微软雅黑" panose="020B0503020204020204" pitchFamily="34" charset="-122"/>
              </a:rPr>
              <a:t>Sharon.Li@neurogen.com.cn</a:t>
            </a:r>
          </a:p>
        </p:txBody>
      </p:sp>
      <p:sp>
        <p:nvSpPr>
          <p:cNvPr id="7" name="文本框 6">
            <a:extLst>
              <a:ext uri="{FF2B5EF4-FFF2-40B4-BE49-F238E27FC236}">
                <a16:creationId xmlns:a16="http://schemas.microsoft.com/office/drawing/2014/main" id="{98787251-9C59-D0C2-FC1E-1CD2309EE7A1}"/>
              </a:ext>
            </a:extLst>
          </p:cNvPr>
          <p:cNvSpPr txBox="1"/>
          <p:nvPr/>
        </p:nvSpPr>
        <p:spPr>
          <a:xfrm>
            <a:off x="8431974" y="3428999"/>
            <a:ext cx="944337" cy="276999"/>
          </a:xfrm>
          <a:prstGeom prst="rect">
            <a:avLst/>
          </a:prstGeom>
          <a:solidFill>
            <a:srgbClr val="FF0000">
              <a:alpha val="75000"/>
            </a:srgbClr>
          </a:solidFill>
        </p:spPr>
        <p:txBody>
          <a:bodyPr wrap="square" rtlCol="0">
            <a:spAutoFit/>
          </a:bodyPr>
          <a:lstStyle/>
          <a:p>
            <a:r>
              <a:rPr lang="en-US" altLang="zh-CN" sz="400" b="1" dirty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微软雅黑" panose="020B0503020204020204" pitchFamily="34" charset="-122"/>
                <a:ea typeface="微软雅黑" panose="020B0503020204020204" pitchFamily="34" charset="-122"/>
              </a:rPr>
              <a:t>Panbin</a:t>
            </a:r>
            <a:r>
              <a:rPr lang="zh-CN" altLang="en-US" sz="400" b="1" dirty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微软雅黑" panose="020B0503020204020204" pitchFamily="34" charset="-122"/>
                <a:ea typeface="微软雅黑" panose="020B0503020204020204" pitchFamily="34" charset="-122"/>
              </a:rPr>
              <a:t>换成</a:t>
            </a:r>
            <a:r>
              <a:rPr lang="en-US" altLang="zh-CN" sz="400" b="1" dirty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微软雅黑" panose="020B0503020204020204" pitchFamily="34" charset="-122"/>
                <a:ea typeface="微软雅黑" panose="020B0503020204020204" pitchFamily="34" charset="-122"/>
              </a:rPr>
              <a:t>: </a:t>
            </a:r>
            <a:r>
              <a:rPr lang="zh-CN" altLang="en-US" sz="400" b="1" dirty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微软雅黑" panose="020B0503020204020204" pitchFamily="34" charset="-122"/>
                <a:ea typeface="微软雅黑" panose="020B0503020204020204" pitchFamily="34" charset="-122"/>
              </a:rPr>
              <a:t>李润叶</a:t>
            </a:r>
            <a:endParaRPr lang="en-US" altLang="zh-CN" sz="400" b="1" dirty="0">
              <a:solidFill>
                <a:schemeClr val="bg1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endParaRPr lang="en-US" altLang="zh-CN" sz="400" b="1" dirty="0">
              <a:solidFill>
                <a:schemeClr val="bg1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r>
              <a:rPr lang="en-US" altLang="zh-CN" sz="400" b="1" dirty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微软雅黑" panose="020B0503020204020204" pitchFamily="34" charset="-122"/>
                <a:ea typeface="微软雅黑" panose="020B0503020204020204" pitchFamily="34" charset="-122"/>
              </a:rPr>
              <a:t>Sharon.Li@neurogen.com.cn</a:t>
            </a:r>
          </a:p>
        </p:txBody>
      </p:sp>
      <p:sp>
        <p:nvSpPr>
          <p:cNvPr id="8" name="文本框 7">
            <a:extLst>
              <a:ext uri="{FF2B5EF4-FFF2-40B4-BE49-F238E27FC236}">
                <a16:creationId xmlns:a16="http://schemas.microsoft.com/office/drawing/2014/main" id="{328897FC-BF6A-4C1A-2502-1BC01EA7B09B}"/>
              </a:ext>
            </a:extLst>
          </p:cNvPr>
          <p:cNvSpPr txBox="1"/>
          <p:nvPr/>
        </p:nvSpPr>
        <p:spPr>
          <a:xfrm>
            <a:off x="9813965" y="3428999"/>
            <a:ext cx="944337" cy="276999"/>
          </a:xfrm>
          <a:prstGeom prst="rect">
            <a:avLst/>
          </a:prstGeom>
          <a:solidFill>
            <a:srgbClr val="FF0000">
              <a:alpha val="75000"/>
            </a:srgbClr>
          </a:solidFill>
        </p:spPr>
        <p:txBody>
          <a:bodyPr wrap="square" rtlCol="0">
            <a:spAutoFit/>
          </a:bodyPr>
          <a:lstStyle/>
          <a:p>
            <a:r>
              <a:rPr lang="en-US" altLang="zh-CN" sz="400" b="1" dirty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微软雅黑" panose="020B0503020204020204" pitchFamily="34" charset="-122"/>
                <a:ea typeface="微软雅黑" panose="020B0503020204020204" pitchFamily="34" charset="-122"/>
              </a:rPr>
              <a:t>Panbin</a:t>
            </a:r>
            <a:r>
              <a:rPr lang="zh-CN" altLang="en-US" sz="400" b="1" dirty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微软雅黑" panose="020B0503020204020204" pitchFamily="34" charset="-122"/>
                <a:ea typeface="微软雅黑" panose="020B0503020204020204" pitchFamily="34" charset="-122"/>
              </a:rPr>
              <a:t>换成</a:t>
            </a:r>
            <a:r>
              <a:rPr lang="en-US" altLang="zh-CN" sz="400" b="1" dirty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微软雅黑" panose="020B0503020204020204" pitchFamily="34" charset="-122"/>
                <a:ea typeface="微软雅黑" panose="020B0503020204020204" pitchFamily="34" charset="-122"/>
              </a:rPr>
              <a:t>: </a:t>
            </a:r>
            <a:r>
              <a:rPr lang="zh-CN" altLang="en-US" sz="400" b="1" dirty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微软雅黑" panose="020B0503020204020204" pitchFamily="34" charset="-122"/>
                <a:ea typeface="微软雅黑" panose="020B0503020204020204" pitchFamily="34" charset="-122"/>
              </a:rPr>
              <a:t>李润叶</a:t>
            </a:r>
            <a:endParaRPr lang="en-US" altLang="zh-CN" sz="400" b="1" dirty="0">
              <a:solidFill>
                <a:schemeClr val="bg1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endParaRPr lang="en-US" altLang="zh-CN" sz="400" b="1" dirty="0">
              <a:solidFill>
                <a:schemeClr val="bg1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r>
              <a:rPr lang="en-US" altLang="zh-CN" sz="400" b="1" dirty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微软雅黑" panose="020B0503020204020204" pitchFamily="34" charset="-122"/>
                <a:ea typeface="微软雅黑" panose="020B0503020204020204" pitchFamily="34" charset="-122"/>
              </a:rPr>
              <a:t>Sharon.Li@neurogen.com.cn</a:t>
            </a:r>
          </a:p>
        </p:txBody>
      </p:sp>
      <p:sp>
        <p:nvSpPr>
          <p:cNvPr id="9" name="文本框 8">
            <a:extLst>
              <a:ext uri="{FF2B5EF4-FFF2-40B4-BE49-F238E27FC236}">
                <a16:creationId xmlns:a16="http://schemas.microsoft.com/office/drawing/2014/main" id="{573CB18F-838A-309F-81F3-F58540C04870}"/>
              </a:ext>
            </a:extLst>
          </p:cNvPr>
          <p:cNvSpPr txBox="1"/>
          <p:nvPr/>
        </p:nvSpPr>
        <p:spPr>
          <a:xfrm>
            <a:off x="10790710" y="4305257"/>
            <a:ext cx="944337" cy="276999"/>
          </a:xfrm>
          <a:prstGeom prst="rect">
            <a:avLst/>
          </a:prstGeom>
          <a:solidFill>
            <a:srgbClr val="FF0000">
              <a:alpha val="75000"/>
            </a:srgbClr>
          </a:solidFill>
        </p:spPr>
        <p:txBody>
          <a:bodyPr wrap="square" rtlCol="0">
            <a:spAutoFit/>
          </a:bodyPr>
          <a:lstStyle/>
          <a:p>
            <a:r>
              <a:rPr lang="en-US" altLang="zh-CN" sz="400" b="1" dirty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微软雅黑" panose="020B0503020204020204" pitchFamily="34" charset="-122"/>
                <a:ea typeface="微软雅黑" panose="020B0503020204020204" pitchFamily="34" charset="-122"/>
              </a:rPr>
              <a:t>Panbin</a:t>
            </a:r>
            <a:r>
              <a:rPr lang="zh-CN" altLang="en-US" sz="400" b="1" dirty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微软雅黑" panose="020B0503020204020204" pitchFamily="34" charset="-122"/>
                <a:ea typeface="微软雅黑" panose="020B0503020204020204" pitchFamily="34" charset="-122"/>
              </a:rPr>
              <a:t>换成</a:t>
            </a:r>
            <a:r>
              <a:rPr lang="en-US" altLang="zh-CN" sz="400" b="1" dirty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微软雅黑" panose="020B0503020204020204" pitchFamily="34" charset="-122"/>
                <a:ea typeface="微软雅黑" panose="020B0503020204020204" pitchFamily="34" charset="-122"/>
              </a:rPr>
              <a:t>: </a:t>
            </a:r>
            <a:r>
              <a:rPr lang="zh-CN" altLang="en-US" sz="400" b="1" dirty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微软雅黑" panose="020B0503020204020204" pitchFamily="34" charset="-122"/>
                <a:ea typeface="微软雅黑" panose="020B0503020204020204" pitchFamily="34" charset="-122"/>
              </a:rPr>
              <a:t>李润叶</a:t>
            </a:r>
            <a:endParaRPr lang="en-US" altLang="zh-CN" sz="400" b="1" dirty="0">
              <a:solidFill>
                <a:schemeClr val="bg1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endParaRPr lang="en-US" altLang="zh-CN" sz="400" b="1" dirty="0">
              <a:solidFill>
                <a:schemeClr val="bg1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r>
              <a:rPr lang="en-US" altLang="zh-CN" sz="400" b="1" dirty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微软雅黑" panose="020B0503020204020204" pitchFamily="34" charset="-122"/>
                <a:ea typeface="微软雅黑" panose="020B0503020204020204" pitchFamily="34" charset="-122"/>
              </a:rPr>
              <a:t>Sharon.Li@neurogen.com.cn</a:t>
            </a:r>
          </a:p>
        </p:txBody>
      </p:sp>
    </p:spTree>
    <p:extLst>
      <p:ext uri="{BB962C8B-B14F-4D97-AF65-F5344CB8AC3E}">
        <p14:creationId xmlns:p14="http://schemas.microsoft.com/office/powerpoint/2010/main" val="145573695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等线 Light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等线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32</TotalTime>
  <Words>160</Words>
  <Application>Microsoft Office PowerPoint</Application>
  <PresentationFormat>宽屏</PresentationFormat>
  <Paragraphs>30</Paragraphs>
  <Slides>2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4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2</vt:i4>
      </vt:variant>
    </vt:vector>
  </HeadingPairs>
  <TitlesOfParts>
    <vt:vector size="7" baseType="lpstr">
      <vt:lpstr>等线</vt:lpstr>
      <vt:lpstr>等线 Light</vt:lpstr>
      <vt:lpstr>微软雅黑</vt:lpstr>
      <vt:lpstr>Arial</vt:lpstr>
      <vt:lpstr>Office 主题​​</vt:lpstr>
      <vt:lpstr>PowerPoint 演示文稿</vt:lpstr>
      <vt:lpstr>PowerPoint 演示文稿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Wu Sylvia</dc:creator>
  <cp:lastModifiedBy>Wu Sylvia</cp:lastModifiedBy>
  <cp:revision>1</cp:revision>
  <dcterms:created xsi:type="dcterms:W3CDTF">2026-01-05T02:54:15Z</dcterms:created>
  <dcterms:modified xsi:type="dcterms:W3CDTF">2026-01-06T01:04:00Z</dcterms:modified>
</cp:coreProperties>
</file>