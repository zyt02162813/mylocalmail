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4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9" r:id="rId2"/>
    <p:sldMasterId id="2147483722" r:id="rId3"/>
  </p:sldMasterIdLst>
  <p:notesMasterIdLst>
    <p:notesMasterId r:id="rId5"/>
  </p:notesMasterIdLst>
  <p:sldIdLst>
    <p:sldId id="304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uyi" initials="w" lastIdx="1" clrIdx="0"/>
  <p:cmAuthor id="419372886" name="雷磊" initials="雷" lastIdx="9" clrIdx="0"/>
  <p:cmAuthor id="1" name="WPS" initials="W" lastIdx="1" clrIdx="0"/>
  <p:cmAuthor id="2" name="作者" initials="A" lastIdx="0" clrIdx="1"/>
  <p:cmAuthor id="3" name="dell" initials="d" lastIdx="2" clrIdx="2"/>
  <p:cmAuthor id="4" name="赵 文贵" initials="赵" lastIdx="1" clrIdx="3"/>
  <p:cmAuthor id="5" name="MAC" initials="M" lastIdx="1" clrIdx="4"/>
  <p:cmAuthor id="6" name="Zhejiao Zheng" initials="ZZ" lastIdx="15" clrIdx="6"/>
  <p:cmAuthor id="7" name="郑喆姣" initials="郑喆姣" lastIdx="11" clrIdx="6"/>
  <p:cmAuthor id="8" name="Lifei Jiao" initials="LJ [2]" lastIdx="19" clrIdx="7"/>
  <p:cmAuthor id="9" name="郑喆娇" initials="郑喆娇" lastIdx="44" clrIdx="8"/>
  <p:cmAuthor id="10" name="Lxr樱花" initials="L" lastIdx="1" clrIdx="9"/>
  <p:cmAuthor id="11" name="罗捷" initials="l" lastIdx="5" clrIdx="11"/>
  <p:cmAuthor id="12" name="a" initials="a" lastIdx="1" clrIdx="11"/>
  <p:cmAuthor id="14" name="崔 春永" initials="崔" lastIdx="3" clrIdx="13"/>
  <p:cmAuthor id="261626531" name="刘洋" initials="刘" lastIdx="1" clrIdx="1"/>
  <p:cmAuthor id="15" name="HCP" initials="H" lastIdx="28" clrIdx="15"/>
  <p:cmAuthor id="16" name="张晓静" initials="张晓静" lastIdx="28" clrIdx="16"/>
  <p:cmAuthor id="17" name="Ken" initials="KN" lastIdx="7" clrIdx="17"/>
  <p:cmAuthor id="18" name="李少荣 {Shaorong Li~SHSD}" initials="李少荣" lastIdx="7" clrIdx="18"/>
  <p:cmAuthor id="19" name="王泉人" initials="王泉人" lastIdx="1" clrIdx="19"/>
  <p:cmAuthor id="20" name="张亚晶 {Yajing Zhang~SHSD}" initials="张亚晶" lastIdx="6" clrIdx="20"/>
  <p:cmAuthor id="21" name="严平" initials="a" lastIdx="3" clrIdx="21"/>
  <p:cmAuthor id="22" name="王 宇锋" initials="王" lastIdx="1" clrIdx="22"/>
  <p:cmAuthor id="23" name="shen" initials="s" lastIdx="3" clrIdx="22"/>
  <p:cmAuthor id="24" name="微软" initials="微" lastIdx="1" clrIdx="23"/>
  <p:cmAuthor id="268064163" name="sherry918_83@hotmail.com" initials="s" lastIdx="1" clrIdx="5"/>
  <p:cmAuthor id="25" name="SITO" initials="S" lastIdx="1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B690"/>
    <a:srgbClr val="67B78F"/>
    <a:srgbClr val="FFFFFF"/>
    <a:srgbClr val="DEB4BB"/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5" autoAdjust="0"/>
    <p:restoredTop sz="94439" autoAdjust="0"/>
  </p:normalViewPr>
  <p:slideViewPr>
    <p:cSldViewPr snapToGrid="0">
      <p:cViewPr varScale="1">
        <p:scale>
          <a:sx n="90" d="100"/>
          <a:sy n="90" d="100"/>
        </p:scale>
        <p:origin x="304" y="68"/>
      </p:cViewPr>
      <p:guideLst>
        <p:guide orient="horz" pos="2160"/>
        <p:guide pos="3840"/>
        <p:guide pos="32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09963-1DC0-43CA-9FD8-5A40290C8951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897E8-9132-474E-9C99-CCCA50EC43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4.png"/><Relationship Id="rId4" Type="http://schemas.openxmlformats.org/officeDocument/2006/relationships/tags" Target="../tags/tag5.xml"/><Relationship Id="rId9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7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8472524" y="6550223"/>
            <a:ext cx="8906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 dirty="0">
                <a:solidFill>
                  <a:srgbClr val="060607"/>
                </a:solidFill>
                <a:effectLst/>
                <a:latin typeface="+mn-lt"/>
              </a:rPr>
              <a:t>本培训材料的所有内容仅供内部使用。未经授权，禁止转载、复制或用于商业用途。</a:t>
            </a:r>
            <a:endParaRPr lang="en-US" altLang="zh-CN" sz="700" b="0" i="0" dirty="0">
              <a:solidFill>
                <a:srgbClr val="060607"/>
              </a:solidFill>
              <a:effectLst/>
              <a:latin typeface="+mn-lt"/>
            </a:endParaRPr>
          </a:p>
          <a:p>
            <a:endParaRPr lang="en-GB" sz="700" dirty="0"/>
          </a:p>
        </p:txBody>
      </p:sp>
      <p:sp>
        <p:nvSpPr>
          <p:cNvPr id="3" name="标题 1"/>
          <p:cNvSpPr>
            <a:spLocks noGrp="1"/>
          </p:cNvSpPr>
          <p:nvPr userDrawn="1"/>
        </p:nvSpPr>
        <p:spPr>
          <a:xfrm>
            <a:off x="300020" y="459501"/>
            <a:ext cx="6313077" cy="352620"/>
          </a:xfrm>
        </p:spPr>
        <p:txBody>
          <a:bodyPr vert="horz" lIns="44968" tIns="23384" rIns="44968" bIns="23384" rtlCol="0" anchor="ctr" anchorCtr="0">
            <a:noAutofit/>
          </a:bodyPr>
          <a:lstStyle>
            <a:lvl1pPr>
              <a:defRPr sz="6900" b="1">
                <a:solidFill>
                  <a:srgbClr val="4D4D4D">
                    <a:alpha val="100000"/>
                  </a:srgbClr>
                </a:solidFill>
              </a:defRPr>
            </a:lvl1pPr>
          </a:lstStyle>
          <a:p>
            <a:pPr lvl="0"/>
            <a:endParaRPr lang="en-US" altLang="zh-CN" sz="3450" dirty="0">
              <a:sym typeface="+mn-ea"/>
            </a:endParaRPr>
          </a:p>
        </p:txBody>
      </p:sp>
      <p:sp>
        <p:nvSpPr>
          <p:cNvPr id="4" name="内容占位符 10"/>
          <p:cNvSpPr>
            <a:spLocks noGrp="1"/>
          </p:cNvSpPr>
          <p:nvPr>
            <p:ph sz="quarter" idx="10"/>
          </p:nvPr>
        </p:nvSpPr>
        <p:spPr>
          <a:xfrm>
            <a:off x="670676" y="1599645"/>
            <a:ext cx="10331571" cy="436490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r>
              <a:rPr lang="zh-CN" altLang="en-US" dirty="0"/>
              <a:t>第一级</a:t>
            </a:r>
          </a:p>
          <a:p>
            <a:pPr lvl="0"/>
            <a:r>
              <a:rPr lang="zh-CN" altLang="en-US" dirty="0"/>
              <a:t>第二级</a:t>
            </a:r>
          </a:p>
          <a:p>
            <a:pPr lvl="0"/>
            <a:r>
              <a:rPr lang="zh-CN" altLang="en-US" dirty="0"/>
              <a:t>第三级</a:t>
            </a:r>
          </a:p>
          <a:p>
            <a:pPr lvl="0"/>
            <a:r>
              <a:rPr lang="zh-CN" altLang="en-US" dirty="0"/>
              <a:t>第四级</a:t>
            </a:r>
          </a:p>
          <a:p>
            <a:pPr lvl="0"/>
            <a:r>
              <a:rPr lang="zh-CN" altLang="en-US" dirty="0"/>
              <a:t>第五级</a:t>
            </a:r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334307" y="250592"/>
            <a:ext cx="11015781" cy="6941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Click to add presentation title</a:t>
            </a:r>
          </a:p>
          <a:p>
            <a:pPr lvl="0"/>
            <a:endParaRPr lang="zh-CN" altLang="en-US" dirty="0"/>
          </a:p>
        </p:txBody>
      </p:sp>
      <p:sp>
        <p:nvSpPr>
          <p:cNvPr id="14" name="矩形: 圆角 5"/>
          <p:cNvSpPr/>
          <p:nvPr userDrawn="1"/>
        </p:nvSpPr>
        <p:spPr>
          <a:xfrm flipV="1">
            <a:off x="334148" y="908749"/>
            <a:ext cx="11521960" cy="62978"/>
          </a:xfrm>
          <a:prstGeom prst="roundRect">
            <a:avLst/>
          </a:prstGeom>
          <a:gradFill flip="none" rotWithShape="1">
            <a:gsLst>
              <a:gs pos="17000">
                <a:srgbClr val="206CED"/>
              </a:gs>
              <a:gs pos="81818">
                <a:srgbClr val="030A8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47723" y="1027437"/>
            <a:ext cx="10928745" cy="68872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47724" y="1715095"/>
            <a:ext cx="10929062" cy="17135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Click to add speaker title</a:t>
            </a:r>
          </a:p>
          <a:p>
            <a:pPr lvl="0"/>
            <a:r>
              <a:rPr lang="zh-CN" altLang="en-US"/>
              <a:t>Click to add event title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47724" y="6343470"/>
            <a:ext cx="4453757" cy="415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 dirty="0">
                <a:solidFill>
                  <a:srgbClr val="060607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  <a:endParaRPr lang="en-US" altLang="zh-CN" sz="7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700" dirty="0">
                <a:latin typeface="+mn-lt"/>
              </a:rPr>
              <a:t>©2024</a:t>
            </a:r>
            <a:r>
              <a:rPr lang="zh-CN" altLang="en-US" sz="700" dirty="0">
                <a:latin typeface="+mn-lt"/>
              </a:rPr>
              <a:t>穆桥贸易（上海）有限公司</a:t>
            </a:r>
            <a:r>
              <a:rPr lang="en-GB" altLang="zh-CN" sz="700" dirty="0">
                <a:latin typeface="+mn-lt"/>
              </a:rPr>
              <a:t>.</a:t>
            </a:r>
            <a:r>
              <a:rPr lang="en-GB" altLang="zh-CN" sz="700" dirty="0" err="1">
                <a:latin typeface="+mn-lt"/>
              </a:rPr>
              <a:t>Allrightsreserved</a:t>
            </a:r>
            <a:r>
              <a:rPr lang="en-GB" altLang="zh-CN" sz="700" dirty="0">
                <a:latin typeface="+mn-lt"/>
              </a:rPr>
              <a:t>.</a:t>
            </a:r>
            <a:endParaRPr lang="zh-CN" altLang="en-US" sz="7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endParaRPr lang="en-GB" sz="70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6"/>
          <p:cNvSpPr>
            <a:spLocks noGrp="1"/>
          </p:cNvSpPr>
          <p:nvPr userDrawn="1"/>
        </p:nvSpPr>
        <p:spPr>
          <a:xfrm>
            <a:off x="393647" y="2825887"/>
            <a:ext cx="11404708" cy="3575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17"/>
          <p:cNvSpPr>
            <a:spLocks noGrp="1"/>
          </p:cNvSpPr>
          <p:nvPr userDrawn="1"/>
        </p:nvSpPr>
        <p:spPr>
          <a:xfrm>
            <a:off x="8864763" y="6231669"/>
            <a:ext cx="2700175" cy="316764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6"/>
          <p:cNvSpPr txBox="1"/>
          <p:nvPr userDrawn="1"/>
        </p:nvSpPr>
        <p:spPr>
          <a:xfrm>
            <a:off x="1358751" y="2225102"/>
            <a:ext cx="667269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>
            <a:spLocks noGrp="1"/>
          </p:cNvSpPr>
          <p:nvPr userDrawn="1"/>
        </p:nvSpPr>
        <p:spPr>
          <a:xfrm>
            <a:off x="591303" y="509690"/>
            <a:ext cx="6496473" cy="352538"/>
          </a:xfrm>
        </p:spPr>
        <p:txBody>
          <a:bodyPr vert="horz" lIns="44974" tIns="23387" rIns="44974" bIns="23387" rtlCol="0" anchor="ctr" anchorCtr="0">
            <a:noAutofit/>
          </a:bodyPr>
          <a:lstStyle>
            <a:lvl1pPr>
              <a:defRPr sz="7200" b="1">
                <a:solidFill>
                  <a:schemeClr val="bg1">
                    <a:alpha val="100000"/>
                  </a:schemeClr>
                </a:solidFill>
              </a:defRPr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10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413782" y="416161"/>
            <a:ext cx="9801070" cy="6179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95" b="1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547724" y="6343471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 dirty="0">
                <a:solidFill>
                  <a:schemeClr val="bg1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bg>
      <p:bgPr>
        <a:solidFill>
          <a:srgbClr val="257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6"/>
          <p:cNvSpPr>
            <a:spLocks noGrp="1"/>
          </p:cNvSpPr>
          <p:nvPr userDrawn="1"/>
        </p:nvSpPr>
        <p:spPr>
          <a:xfrm>
            <a:off x="393647" y="2825887"/>
            <a:ext cx="11404708" cy="3575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17"/>
          <p:cNvSpPr>
            <a:spLocks noGrp="1"/>
          </p:cNvSpPr>
          <p:nvPr userDrawn="1"/>
        </p:nvSpPr>
        <p:spPr>
          <a:xfrm>
            <a:off x="8864763" y="6231669"/>
            <a:ext cx="2700175" cy="316764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6"/>
          <p:cNvSpPr txBox="1"/>
          <p:nvPr userDrawn="1"/>
        </p:nvSpPr>
        <p:spPr>
          <a:xfrm>
            <a:off x="1358751" y="2225102"/>
            <a:ext cx="667269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>
            <a:spLocks noGrp="1"/>
          </p:cNvSpPr>
          <p:nvPr userDrawn="1"/>
        </p:nvSpPr>
        <p:spPr>
          <a:xfrm>
            <a:off x="591303" y="509690"/>
            <a:ext cx="6496473" cy="352538"/>
          </a:xfrm>
        </p:spPr>
        <p:txBody>
          <a:bodyPr vert="horz" lIns="44974" tIns="23387" rIns="44974" bIns="23387" rtlCol="0" anchor="ctr" anchorCtr="0">
            <a:noAutofit/>
          </a:bodyPr>
          <a:lstStyle>
            <a:lvl1pPr>
              <a:defRPr sz="7200" b="1">
                <a:solidFill>
                  <a:schemeClr val="bg1">
                    <a:alpha val="100000"/>
                  </a:schemeClr>
                </a:solidFill>
              </a:defRPr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10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413782" y="416161"/>
            <a:ext cx="9801070" cy="6179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95" b="1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547724" y="6343471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>
                <a:solidFill>
                  <a:schemeClr val="bg1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47723" y="1904238"/>
            <a:ext cx="9801070" cy="61797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8" r="2028"/>
          <a:stretch>
            <a:fillRect/>
          </a:stretch>
        </p:blipFill>
        <p:spPr>
          <a:xfrm>
            <a:off x="342437" y="191552"/>
            <a:ext cx="2093012" cy="594696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547724" y="6343471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>
                <a:solidFill>
                  <a:srgbClr val="060607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bg>
      <p:bgPr>
        <a:solidFill>
          <a:srgbClr val="257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 userDrawn="1"/>
        </p:nvSpPr>
        <p:spPr>
          <a:xfrm>
            <a:off x="455096" y="1591682"/>
            <a:ext cx="6512984" cy="352538"/>
          </a:xfrm>
        </p:spPr>
        <p:txBody>
          <a:bodyPr vert="horz" lIns="44974" tIns="23387" rIns="44974" bIns="23387" rtlCol="0" anchor="ctr" anchorCtr="0">
            <a:noAutofit/>
          </a:bodyPr>
          <a:lstStyle>
            <a:lvl1pPr>
              <a:defRPr sz="7200" b="1">
                <a:solidFill>
                  <a:schemeClr val="bg1">
                    <a:alpha val="100000"/>
                  </a:schemeClr>
                </a:solidFill>
              </a:defRPr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600" b="1" i="0" u="none" strike="noStrike" kern="1200" cap="none" spc="0" normalizeH="0" baseline="0" noProof="0">
              <a:ln>
                <a:noFill/>
              </a:ln>
              <a:solidFill>
                <a:prstClr val="white">
                  <a:alpha val="100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1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1783" y="1889800"/>
            <a:ext cx="9801070" cy="6179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95" b="1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547724" y="6343471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>
                <a:solidFill>
                  <a:schemeClr val="bg1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 userDrawn="1"/>
        </p:nvSpPr>
        <p:spPr>
          <a:xfrm>
            <a:off x="300058" y="459395"/>
            <a:ext cx="6313899" cy="352538"/>
          </a:xfrm>
        </p:spPr>
        <p:txBody>
          <a:bodyPr vert="horz" lIns="44974" tIns="23387" rIns="44974" bIns="23387" rtlCol="0" anchor="ctr" anchorCtr="0">
            <a:noAutofit/>
          </a:bodyPr>
          <a:lstStyle>
            <a:lvl1pPr>
              <a:defRPr sz="6900" b="1">
                <a:solidFill>
                  <a:srgbClr val="4D4D4D">
                    <a:alpha val="100000"/>
                  </a:srgbClr>
                </a:solidFill>
              </a:defRPr>
            </a:lvl1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450" b="1" i="0" u="none" strike="noStrike" kern="1200" cap="none" spc="0" normalizeH="0" baseline="0" noProof="0">
              <a:ln>
                <a:noFill/>
              </a:ln>
              <a:solidFill>
                <a:srgbClr val="4D4D4D">
                  <a:alpha val="100000"/>
                </a:srgb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0"/>
          </p:nvPr>
        </p:nvSpPr>
        <p:spPr>
          <a:xfrm>
            <a:off x="670764" y="1599274"/>
            <a:ext cx="10332916" cy="436389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第一级</a:t>
            </a:r>
          </a:p>
          <a:p>
            <a:pPr lvl="0"/>
            <a:r>
              <a:rPr lang="zh-CN" altLang="en-US"/>
              <a:t>第二级</a:t>
            </a:r>
          </a:p>
          <a:p>
            <a:pPr lvl="0"/>
            <a:r>
              <a:rPr lang="zh-CN" altLang="en-US"/>
              <a:t>第三级</a:t>
            </a:r>
          </a:p>
          <a:p>
            <a:pPr lvl="0"/>
            <a:r>
              <a:rPr lang="zh-CN" altLang="en-US"/>
              <a:t>第四级</a:t>
            </a:r>
          </a:p>
          <a:p>
            <a:pPr lvl="0"/>
            <a:r>
              <a:rPr lang="zh-CN" altLang="en-US"/>
              <a:t>第五级</a:t>
            </a:r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334350" y="250533"/>
            <a:ext cx="11017215" cy="69398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 flipV="1">
            <a:off x="334191" y="908539"/>
            <a:ext cx="11523460" cy="62963"/>
          </a:xfrm>
          <a:prstGeom prst="roundRect">
            <a:avLst/>
          </a:prstGeom>
          <a:gradFill flip="none" rotWithShape="1">
            <a:gsLst>
              <a:gs pos="17000">
                <a:srgbClr val="206CED"/>
              </a:gs>
              <a:gs pos="81818">
                <a:srgbClr val="030A8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47724" y="6343471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>
                <a:solidFill>
                  <a:srgbClr val="060607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334350" y="250533"/>
            <a:ext cx="11523460" cy="69398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/>
              <a:t>Click to add presentation title</a:t>
            </a:r>
          </a:p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334192" y="1431890"/>
            <a:ext cx="5503109" cy="48430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第一级</a:t>
            </a:r>
          </a:p>
          <a:p>
            <a:pPr lvl="0"/>
            <a:r>
              <a:rPr lang="zh-CN" altLang="en-US"/>
              <a:t>第二级</a:t>
            </a:r>
          </a:p>
          <a:p>
            <a:pPr lvl="0"/>
            <a:r>
              <a:rPr lang="zh-CN" altLang="en-US"/>
              <a:t>第三级</a:t>
            </a:r>
          </a:p>
          <a:p>
            <a:pPr lvl="0"/>
            <a:r>
              <a:rPr lang="zh-CN" altLang="en-US"/>
              <a:t>第四级</a:t>
            </a:r>
          </a:p>
          <a:p>
            <a:pPr lvl="0"/>
            <a:r>
              <a:rPr lang="zh-CN" altLang="en-US"/>
              <a:t>第五级</a:t>
            </a:r>
          </a:p>
        </p:txBody>
      </p:sp>
      <p:sp>
        <p:nvSpPr>
          <p:cNvPr id="10" name="内容占位符 6"/>
          <p:cNvSpPr>
            <a:spLocks noGrp="1"/>
          </p:cNvSpPr>
          <p:nvPr>
            <p:ph sz="quarter" idx="14"/>
          </p:nvPr>
        </p:nvSpPr>
        <p:spPr>
          <a:xfrm>
            <a:off x="6354700" y="1431890"/>
            <a:ext cx="5503108" cy="48430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第一级</a:t>
            </a:r>
          </a:p>
          <a:p>
            <a:pPr lvl="0"/>
            <a:r>
              <a:rPr lang="zh-CN" altLang="en-US"/>
              <a:t>第二级</a:t>
            </a:r>
          </a:p>
          <a:p>
            <a:pPr lvl="0"/>
            <a:r>
              <a:rPr lang="zh-CN" altLang="en-US"/>
              <a:t>第三级</a:t>
            </a:r>
          </a:p>
          <a:p>
            <a:pPr lvl="0"/>
            <a:r>
              <a:rPr lang="zh-CN" altLang="en-US"/>
              <a:t>第四级</a:t>
            </a:r>
          </a:p>
          <a:p>
            <a:pPr lvl="0"/>
            <a:r>
              <a:rPr lang="zh-CN" altLang="en-US"/>
              <a:t>第五级</a:t>
            </a:r>
          </a:p>
        </p:txBody>
      </p:sp>
      <p:sp>
        <p:nvSpPr>
          <p:cNvPr id="6" name="矩形: 圆角 5"/>
          <p:cNvSpPr/>
          <p:nvPr userDrawn="1"/>
        </p:nvSpPr>
        <p:spPr>
          <a:xfrm flipV="1">
            <a:off x="334350" y="6428430"/>
            <a:ext cx="11523460" cy="62963"/>
          </a:xfrm>
          <a:prstGeom prst="roundRect">
            <a:avLst/>
          </a:prstGeom>
          <a:gradFill flip="none" rotWithShape="1">
            <a:gsLst>
              <a:gs pos="17000">
                <a:srgbClr val="257EFF"/>
              </a:gs>
              <a:gs pos="81818">
                <a:srgbClr val="4D4D4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334192" y="6500846"/>
            <a:ext cx="4453757" cy="30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>
                <a:solidFill>
                  <a:srgbClr val="060607"/>
                </a:solidFill>
                <a:effectLst/>
                <a:latin typeface="-apple-system"/>
              </a:rPr>
              <a:t>本培训材料的所有内容仅供内部使用。未经授权，禁止转载、复制或用于商业用途。</a:t>
            </a:r>
          </a:p>
          <a:p>
            <a:endParaRPr lang="en-GB" sz="70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3662" y="2602216"/>
            <a:ext cx="4479056" cy="12063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Line Image Tanger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 hasCustomPrompt="1"/>
            <p:custDataLst>
              <p:tags r:id="rId1"/>
            </p:custDataLst>
          </p:nvPr>
        </p:nvSpPr>
        <p:spPr>
          <a:xfrm>
            <a:off x="3" y="0"/>
            <a:ext cx="12192000" cy="68580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Transparent_right"/>
          <p:cNvSpPr>
            <a:spLocks noGrp="1"/>
          </p:cNvSpPr>
          <p:nvPr>
            <p:ph type="body" sz="quarter" idx="14" hasCustomPrompt="1"/>
          </p:nvPr>
        </p:nvSpPr>
        <p:spPr>
          <a:xfrm>
            <a:off x="4969366" y="0"/>
            <a:ext cx="7222634" cy="6858000"/>
          </a:xfrm>
          <a:solidFill>
            <a:schemeClr val="tx1">
              <a:alpha val="40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</a:lstStyle>
          <a:p>
            <a:pPr lvl="0" defTabSz="898525"/>
            <a:r>
              <a:rPr lang="en-GB" dirty="0"/>
              <a:t> </a:t>
            </a:r>
          </a:p>
        </p:txBody>
      </p:sp>
      <p:sp>
        <p:nvSpPr>
          <p:cNvPr id="11" name="White transparency"/>
          <p:cNvSpPr>
            <a:spLocks noGrp="1"/>
          </p:cNvSpPr>
          <p:nvPr>
            <p:ph type="body" sz="quarter" idx="102" hasCustomPrompt="1"/>
          </p:nvPr>
        </p:nvSpPr>
        <p:spPr>
          <a:xfrm>
            <a:off x="2" y="0"/>
            <a:ext cx="4796824" cy="6858000"/>
          </a:xfrm>
          <a:solidFill>
            <a:srgbClr val="EB8C00">
              <a:alpha val="84706"/>
            </a:srgbClr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" name="Report Subtitle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 bwMode="white">
          <a:xfrm>
            <a:off x="471558" y="3119528"/>
            <a:ext cx="4069146" cy="244411"/>
          </a:xfrm>
        </p:spPr>
        <p:txBody>
          <a:bodyPr vert="horz" lIns="0" tIns="0" rIns="0" bIns="0" rtlCol="0">
            <a:noAutofit/>
          </a:bodyPr>
          <a:lstStyle>
            <a:lvl1pPr>
              <a:defRPr lang="en-GB" sz="18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Subtitle</a:t>
            </a:r>
          </a:p>
        </p:txBody>
      </p:sp>
      <p:sp>
        <p:nvSpPr>
          <p:cNvPr id="9" name="Cross line"/>
          <p:cNvSpPr>
            <a:spLocks noGrp="1"/>
          </p:cNvSpPr>
          <p:nvPr>
            <p:ph type="body" sz="quarter" idx="16" hasCustomPrompt="1"/>
          </p:nvPr>
        </p:nvSpPr>
        <p:spPr>
          <a:xfrm>
            <a:off x="4796829" y="0"/>
            <a:ext cx="243841" cy="6858000"/>
          </a:xfrm>
          <a:solidFill>
            <a:srgbClr val="FFFFFF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13" name="Slide Tags" hidden="1"/>
          <p:cNvSpPr txBox="1"/>
          <p:nvPr userDrawn="1">
            <p:custDataLst>
              <p:tags r:id="rId3"/>
            </p:custDataLst>
          </p:nvPr>
        </p:nvSpPr>
        <p:spPr>
          <a:xfrm>
            <a:off x="1" y="201708"/>
            <a:ext cx="1939637" cy="24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0" noProof="1"/>
              <a:t>SlideTags</a:t>
            </a:r>
          </a:p>
        </p:txBody>
      </p:sp>
      <p:pic>
        <p:nvPicPr>
          <p:cNvPr id="14" name="PwC Logo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 bwMode="black">
          <a:xfrm>
            <a:off x="232036" y="5401073"/>
            <a:ext cx="1697597" cy="1401394"/>
          </a:xfrm>
          <a:prstGeom prst="rect">
            <a:avLst/>
          </a:prstGeom>
        </p:spPr>
      </p:pic>
      <p:sp>
        <p:nvSpPr>
          <p:cNvPr id="19" name="Presentation Disclaimer"/>
          <p:cNvSpPr txBox="1"/>
          <p:nvPr userDrawn="1">
            <p:custDataLst>
              <p:tags r:id="rId5"/>
            </p:custDataLst>
          </p:nvPr>
        </p:nvSpPr>
        <p:spPr>
          <a:xfrm>
            <a:off x="7813612" y="6202365"/>
            <a:ext cx="3922776" cy="12311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r"/>
            <a:endParaRPr lang="en-GB" sz="800" noProof="1">
              <a:solidFill>
                <a:srgbClr val="FFFFFF"/>
              </a:solidFill>
            </a:endParaRPr>
          </a:p>
        </p:txBody>
      </p:sp>
      <p:sp>
        <p:nvSpPr>
          <p:cNvPr id="15" name="Draft Stamp"/>
          <p:cNvSpPr/>
          <p:nvPr userDrawn="1">
            <p:custDataLst>
              <p:tags r:id="rId6"/>
            </p:custDataLst>
          </p:nvPr>
        </p:nvSpPr>
        <p:spPr>
          <a:xfrm>
            <a:off x="471559" y="4696396"/>
            <a:ext cx="2671157" cy="177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endParaRPr lang="en-GB" sz="1000" b="0" i="0" baseline="0" dirty="0">
              <a:solidFill>
                <a:srgbClr val="FFFFFF"/>
              </a:solidFill>
            </a:endParaRPr>
          </a:p>
        </p:txBody>
      </p:sp>
      <p:sp>
        <p:nvSpPr>
          <p:cNvPr id="20" name="Report Date"/>
          <p:cNvSpPr txBox="1"/>
          <p:nvPr userDrawn="1">
            <p:custDataLst>
              <p:tags r:id="rId7"/>
            </p:custDataLst>
          </p:nvPr>
        </p:nvSpPr>
        <p:spPr bwMode="black">
          <a:xfrm>
            <a:off x="471559" y="4519675"/>
            <a:ext cx="2028305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l"/>
            <a:endParaRPr lang="en-GB" sz="1000" i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Report Title"/>
          <p:cNvSpPr>
            <a:spLocks noGrp="1"/>
          </p:cNvSpPr>
          <p:nvPr>
            <p:ph type="body" sz="quarter" idx="21" hasCustomPrompt="1"/>
            <p:custDataLst>
              <p:tags r:id="rId8"/>
            </p:custDataLst>
          </p:nvPr>
        </p:nvSpPr>
        <p:spPr>
          <a:xfrm>
            <a:off x="459233" y="669553"/>
            <a:ext cx="4069080" cy="2423160"/>
          </a:xfrm>
        </p:spPr>
        <p:txBody>
          <a:bodyPr anchor="b"/>
          <a:lstStyle>
            <a:lvl1pPr>
              <a:defRPr sz="34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Insert title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922391" y="1"/>
            <a:ext cx="2976284" cy="334383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9061606" y="1"/>
            <a:ext cx="2976284" cy="334383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7"/>
          <p:cNvSpPr>
            <a:spLocks noGrp="1"/>
          </p:cNvSpPr>
          <p:nvPr>
            <p:ph type="pic" sz="quarter" idx="13"/>
          </p:nvPr>
        </p:nvSpPr>
        <p:spPr>
          <a:xfrm>
            <a:off x="5922391" y="3514166"/>
            <a:ext cx="2976284" cy="334383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7"/>
          <p:cNvSpPr>
            <a:spLocks noGrp="1"/>
          </p:cNvSpPr>
          <p:nvPr>
            <p:ph type="pic" sz="quarter" idx="14"/>
          </p:nvPr>
        </p:nvSpPr>
        <p:spPr>
          <a:xfrm>
            <a:off x="9061606" y="3514166"/>
            <a:ext cx="2976284" cy="334383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6717241" y="270935"/>
            <a:ext cx="2493963" cy="36796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6717241" y="4202490"/>
            <a:ext cx="2493963" cy="24636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9336264" y="270933"/>
            <a:ext cx="2493963" cy="24636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7"/>
          <p:cNvSpPr>
            <a:spLocks noGrp="1"/>
          </p:cNvSpPr>
          <p:nvPr>
            <p:ph type="pic" sz="quarter" idx="13"/>
          </p:nvPr>
        </p:nvSpPr>
        <p:spPr>
          <a:xfrm>
            <a:off x="9336264" y="2986441"/>
            <a:ext cx="2493963" cy="36796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8353" y="3976711"/>
            <a:ext cx="3120067" cy="20684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7"/>
          <p:cNvSpPr>
            <a:spLocks noGrp="1"/>
          </p:cNvSpPr>
          <p:nvPr>
            <p:ph type="pic" sz="quarter" idx="12"/>
          </p:nvPr>
        </p:nvSpPr>
        <p:spPr>
          <a:xfrm>
            <a:off x="508353" y="1715911"/>
            <a:ext cx="3120067" cy="20684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7"/>
          <p:cNvSpPr>
            <a:spLocks noGrp="1"/>
          </p:cNvSpPr>
          <p:nvPr>
            <p:ph type="pic" sz="quarter" idx="13"/>
          </p:nvPr>
        </p:nvSpPr>
        <p:spPr>
          <a:xfrm>
            <a:off x="3893577" y="3976711"/>
            <a:ext cx="3120067" cy="20684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7"/>
          <p:cNvSpPr>
            <a:spLocks noGrp="1"/>
          </p:cNvSpPr>
          <p:nvPr>
            <p:ph type="pic" sz="quarter" idx="14"/>
          </p:nvPr>
        </p:nvSpPr>
        <p:spPr>
          <a:xfrm>
            <a:off x="3893577" y="1715911"/>
            <a:ext cx="3120067" cy="206848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130301"/>
            <a:ext cx="11518899" cy="1219200"/>
          </a:xfrm>
          <a:prstGeom prst="rect">
            <a:avLst/>
          </a:prstGeom>
          <a:solidFill>
            <a:srgbClr val="0066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600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1" y="1242686"/>
            <a:ext cx="9833814" cy="994433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10686333" y="1441163"/>
            <a:ext cx="640450" cy="673676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8472524" y="6550223"/>
            <a:ext cx="8906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00" b="0" i="0" dirty="0">
                <a:solidFill>
                  <a:srgbClr val="060607"/>
                </a:solidFill>
                <a:effectLst/>
                <a:latin typeface="+mn-lt"/>
              </a:rPr>
              <a:t>本培训材料的所有内容仅供内部使用。未经授权，禁止转载、复制或用于商业用途。</a:t>
            </a:r>
            <a:endParaRPr lang="en-US" altLang="zh-CN" sz="700" b="0" i="0" dirty="0">
              <a:solidFill>
                <a:srgbClr val="060607"/>
              </a:solidFill>
              <a:effectLst/>
              <a:latin typeface="+mn-lt"/>
            </a:endParaRPr>
          </a:p>
          <a:p>
            <a:endParaRPr lang="en-GB" sz="700" dirty="0"/>
          </a:p>
        </p:txBody>
      </p:sp>
      <p:sp>
        <p:nvSpPr>
          <p:cNvPr id="3" name="标题 1"/>
          <p:cNvSpPr>
            <a:spLocks noGrp="1"/>
          </p:cNvSpPr>
          <p:nvPr userDrawn="1"/>
        </p:nvSpPr>
        <p:spPr>
          <a:xfrm>
            <a:off x="300020" y="459501"/>
            <a:ext cx="6313077" cy="352620"/>
          </a:xfrm>
        </p:spPr>
        <p:txBody>
          <a:bodyPr vert="horz" lIns="44968" tIns="23384" rIns="44968" bIns="23384" rtlCol="0" anchor="ctr" anchorCtr="0">
            <a:noAutofit/>
          </a:bodyPr>
          <a:lstStyle>
            <a:lvl1pPr>
              <a:defRPr sz="6900" b="1">
                <a:solidFill>
                  <a:srgbClr val="4D4D4D">
                    <a:alpha val="100000"/>
                  </a:srgbClr>
                </a:solidFill>
              </a:defRPr>
            </a:lvl1pPr>
          </a:lstStyle>
          <a:p>
            <a:pPr lvl="0"/>
            <a:endParaRPr lang="en-US" altLang="zh-CN" sz="3450" dirty="0">
              <a:sym typeface="+mn-ea"/>
            </a:endParaRPr>
          </a:p>
        </p:txBody>
      </p:sp>
      <p:sp>
        <p:nvSpPr>
          <p:cNvPr id="4" name="内容占位符 10"/>
          <p:cNvSpPr>
            <a:spLocks noGrp="1"/>
          </p:cNvSpPr>
          <p:nvPr>
            <p:ph sz="quarter" idx="10"/>
          </p:nvPr>
        </p:nvSpPr>
        <p:spPr>
          <a:xfrm>
            <a:off x="670676" y="1599645"/>
            <a:ext cx="10331571" cy="4364904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r>
              <a:rPr lang="zh-CN" altLang="en-US" dirty="0"/>
              <a:t>第一级</a:t>
            </a:r>
          </a:p>
          <a:p>
            <a:pPr lvl="0"/>
            <a:r>
              <a:rPr lang="zh-CN" altLang="en-US" dirty="0"/>
              <a:t>第二级</a:t>
            </a:r>
          </a:p>
          <a:p>
            <a:pPr lvl="0"/>
            <a:r>
              <a:rPr lang="zh-CN" altLang="en-US" dirty="0"/>
              <a:t>第三级</a:t>
            </a:r>
          </a:p>
          <a:p>
            <a:pPr lvl="0"/>
            <a:r>
              <a:rPr lang="zh-CN" altLang="en-US" dirty="0"/>
              <a:t>第四级</a:t>
            </a:r>
          </a:p>
          <a:p>
            <a:pPr lvl="0"/>
            <a:r>
              <a:rPr lang="zh-CN" altLang="en-US" dirty="0"/>
              <a:t>第五级</a:t>
            </a:r>
          </a:p>
        </p:txBody>
      </p:sp>
      <p:sp>
        <p:nvSpPr>
          <p:cNvPr id="13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334307" y="250592"/>
            <a:ext cx="11015781" cy="69414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995" b="1">
                <a:solidFill>
                  <a:srgbClr val="4D4D4D"/>
                </a:solidFill>
              </a:defRPr>
            </a:lvl1pPr>
          </a:lstStyle>
          <a:p>
            <a:pPr marL="228600" marR="0" lvl="0" indent="-228600" algn="l" defTabSz="913765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Click to add presentation title</a:t>
            </a:r>
          </a:p>
          <a:p>
            <a:pPr lvl="0"/>
            <a:endParaRPr lang="zh-CN" altLang="en-US" dirty="0"/>
          </a:p>
        </p:txBody>
      </p:sp>
      <p:sp>
        <p:nvSpPr>
          <p:cNvPr id="14" name="矩形: 圆角 5"/>
          <p:cNvSpPr/>
          <p:nvPr userDrawn="1"/>
        </p:nvSpPr>
        <p:spPr>
          <a:xfrm flipV="1">
            <a:off x="334148" y="908749"/>
            <a:ext cx="11521960" cy="62978"/>
          </a:xfrm>
          <a:prstGeom prst="roundRect">
            <a:avLst/>
          </a:prstGeom>
          <a:gradFill flip="none" rotWithShape="1">
            <a:gsLst>
              <a:gs pos="17000">
                <a:srgbClr val="206CED"/>
              </a:gs>
              <a:gs pos="81818">
                <a:srgbClr val="030A8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1CEC-D7D5-4A28-A7BB-DE71DCAFE681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BB256-D0E9-4B43-A728-0D7873D592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地球背景灰色_小图"/>
          <p:cNvPicPr>
            <a:picLocks noChangeAspect="1"/>
          </p:cNvPicPr>
          <p:nvPr userDrawn="1"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阿里巴巴普惠体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阿里巴巴普惠体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阿里巴巴普惠体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蓝色logo小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27970" y="178435"/>
            <a:ext cx="1513205" cy="550545"/>
          </a:xfrm>
          <a:prstGeom prst="rect">
            <a:avLst/>
          </a:prstGeom>
        </p:spPr>
      </p:pic>
      <p:pic>
        <p:nvPicPr>
          <p:cNvPr id="2" name="图片 1" descr="角标-小图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78435" y="147955"/>
            <a:ext cx="554400" cy="5544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he Chiesi Pattern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752828" y="827901"/>
            <a:ext cx="10659710" cy="461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 i="0" baseline="0">
                <a:latin typeface="+mj-lt"/>
              </a:defRPr>
            </a:lvl1pPr>
          </a:lstStyle>
          <a:p>
            <a:r>
              <a:rPr lang="en-GB"/>
              <a:t>Click To Add Page Title Here</a:t>
            </a:r>
          </a:p>
        </p:txBody>
      </p:sp>
      <p:sp>
        <p:nvSpPr>
          <p:cNvPr id="6" name="The Chiesi Pattern"/>
          <p:cNvSpPr txBox="1">
            <a:spLocks noGrp="1"/>
          </p:cNvSpPr>
          <p:nvPr>
            <p:ph type="body" sz="quarter" idx="35" hasCustomPrompt="1"/>
          </p:nvPr>
        </p:nvSpPr>
        <p:spPr>
          <a:xfrm>
            <a:off x="752828" y="1406636"/>
            <a:ext cx="10659710" cy="410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1" baseline="0">
                <a:latin typeface="+mj-lt"/>
              </a:defRPr>
            </a:lvl1pPr>
          </a:lstStyle>
          <a:p>
            <a:r>
              <a:rPr lang="en-GB"/>
              <a:t>Click To Add Page Title Here</a:t>
            </a:r>
          </a:p>
        </p:txBody>
      </p:sp>
      <p:sp>
        <p:nvSpPr>
          <p:cNvPr id="8" name="Chiesi Brand Development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857128" y="6423684"/>
            <a:ext cx="2203483" cy="26930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 defTabSz="1219200">
              <a:buNone/>
              <a:defRPr sz="1150" b="0" spc="57">
                <a:solidFill>
                  <a:srgbClr val="FFFFFF"/>
                </a:solidFill>
                <a:latin typeface="Verdana Pro Light" panose="020B0304030504040204" pitchFamily="34" charset="0"/>
                <a:ea typeface="Verdana Pro Light" panose="020B0304030504040204" pitchFamily="34" charset="0"/>
                <a:cs typeface="Verdana Pro Light" panose="020B0304030504040204" pitchFamily="34" charset="0"/>
                <a:sym typeface="Gotham Narrow Extra Light"/>
              </a:defRPr>
            </a:lvl1pPr>
          </a:lstStyle>
          <a:p>
            <a:r>
              <a:t>Add Presentation Title</a:t>
            </a:r>
          </a:p>
        </p:txBody>
      </p:sp>
      <p:sp>
        <p:nvSpPr>
          <p:cNvPr id="9" name="Segnaposto contenuto 2"/>
          <p:cNvSpPr>
            <a:spLocks noGrp="1"/>
          </p:cNvSpPr>
          <p:nvPr>
            <p:ph idx="37" hasCustomPrompt="1"/>
          </p:nvPr>
        </p:nvSpPr>
        <p:spPr>
          <a:xfrm>
            <a:off x="752828" y="1968994"/>
            <a:ext cx="10659710" cy="41270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Click </a:t>
            </a:r>
            <a:r>
              <a:rPr lang="it-IT" err="1"/>
              <a:t>here</a:t>
            </a:r>
            <a:r>
              <a:rPr lang="it-IT"/>
              <a:t> to </a:t>
            </a:r>
            <a:r>
              <a:rPr lang="it-IT" err="1"/>
              <a:t>add</a:t>
            </a:r>
            <a:r>
              <a:rPr lang="it-IT"/>
              <a:t> text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517" y="125260"/>
            <a:ext cx="10799917" cy="677108"/>
          </a:xfrm>
        </p:spPr>
        <p:txBody>
          <a:bodyPr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249409" y="4373480"/>
            <a:ext cx="3008441" cy="451406"/>
          </a:xfr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Call-out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904622" y="4373480"/>
            <a:ext cx="3008441" cy="451406"/>
          </a:xfr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Call-out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308" y="267614"/>
            <a:ext cx="879175" cy="392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0" y="1588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0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1588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32292" cy="13229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/>
            <a:endParaRPr lang="en-US" sz="2000" b="1" i="0" baseline="0" dirty="0">
              <a:solidFill>
                <a:schemeClr val="bg1"/>
              </a:solidFill>
              <a:latin typeface="Franklin Gothic Medium Cond" panose="020B0606030402020204" pitchFamily="34" charset="0"/>
              <a:ea typeface="+mj-ea"/>
              <a:cs typeface="+mj-cs"/>
              <a:sym typeface="Franklin Gothic Medium Cond" panose="020B0606030402020204" pitchFamily="34" charset="0"/>
            </a:endParaRPr>
          </a:p>
        </p:txBody>
      </p:sp>
      <p:sp>
        <p:nvSpPr>
          <p:cNvPr id="6" name="Title Placeholder 2"/>
          <p:cNvSpPr>
            <a:spLocks noGrp="1" noChangeArrowheads="1"/>
          </p:cNvSpPr>
          <p:nvPr>
            <p:ph type="title" hasCustomPrompt="1"/>
          </p:nvPr>
        </p:nvSpPr>
        <p:spPr bwMode="gray">
          <a:xfrm>
            <a:off x="470789" y="139561"/>
            <a:ext cx="11250426" cy="52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noAutofit/>
          </a:bodyPr>
          <a:lstStyle>
            <a:lvl1pPr>
              <a:defRPr sz="2335" cap="none" baseline="0">
                <a:latin typeface="Arial Narrow" panose="020B0606020202030204" pitchFamily="34" charset="0"/>
                <a:ea typeface="楷体" panose="02010609060101010101" pitchFamily="49" charset="-122"/>
              </a:defRPr>
            </a:lvl1pPr>
          </a:lstStyle>
          <a:p>
            <a:pPr lvl="0"/>
            <a:r>
              <a:rPr lang="en-US" altLang="zh-CN" noProof="0" dirty="0"/>
              <a:t>Table of contents</a:t>
            </a:r>
            <a:endParaRPr lang="en-US" noProof="0" dirty="0"/>
          </a:p>
        </p:txBody>
      </p:sp>
      <p:cxnSp>
        <p:nvCxnSpPr>
          <p:cNvPr id="7" name="Straight Connector 6"/>
          <p:cNvCxnSpPr/>
          <p:nvPr userDrawn="1"/>
        </p:nvCxnSpPr>
        <p:spPr bwMode="ltGray">
          <a:xfrm>
            <a:off x="470789" y="684515"/>
            <a:ext cx="11250426" cy="0"/>
          </a:xfrm>
          <a:prstGeom prst="line">
            <a:avLst/>
          </a:prstGeom>
          <a:noFill/>
          <a:ln w="12700" cap="flat" cmpd="sng" algn="ctr">
            <a:solidFill>
              <a:srgbClr val="F36419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470788" y="1056694"/>
            <a:ext cx="11250425" cy="2028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93675" indent="-191770">
              <a:defRPr baseline="0">
                <a:ea typeface="楷体" panose="02010609060101010101" pitchFamily="49" charset="-122"/>
              </a:defRPr>
            </a:lvl1pPr>
            <a:lvl2pPr>
              <a:defRPr lang="en-US" altLang="zh-CN" sz="1800" b="0" kern="0" baseline="0" dirty="0">
                <a:solidFill>
                  <a:schemeClr val="tx1"/>
                </a:solidFill>
                <a:latin typeface="微软雅黑" pitchFamily="34" charset="-122"/>
                <a:ea typeface="楷体" panose="02010609060101010101" pitchFamily="49" charset="-122"/>
                <a:cs typeface="Arial" panose="020B0604020202090204" pitchFamily="34" charset="0"/>
              </a:defRPr>
            </a:lvl2pPr>
            <a:lvl3pPr>
              <a:defRPr baseline="0">
                <a:ea typeface="楷体" panose="02010609060101010101" pitchFamily="49" charset="-122"/>
              </a:defRPr>
            </a:lvl3pPr>
            <a:lvl4pPr>
              <a:defRPr baseline="0">
                <a:ea typeface="楷体" panose="02010609060101010101" pitchFamily="49" charset="-122"/>
              </a:defRPr>
            </a:lvl4pPr>
            <a:lvl5pPr>
              <a:defRPr baseline="0">
                <a:ea typeface="楷体" panose="02010609060101010101" pitchFamily="49" charset="-122"/>
              </a:defRPr>
            </a:lvl5pPr>
          </a:lstStyle>
          <a:p>
            <a:pPr marL="193675" lvl="1" indent="-191770" algn="l" defTabSz="89535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25000"/>
              <a:buFont typeface="Arial" panose="020B0604020202090204" pitchFamily="34" charset="0"/>
              <a:buChar char="▪"/>
            </a:pPr>
            <a:r>
              <a:rPr lang="en-US" altLang="zh-CN" dirty="0"/>
              <a:t>Click to edit Master text styles</a:t>
            </a:r>
          </a:p>
          <a:p>
            <a:pPr lvl="1" latinLnBrk="0"/>
            <a:r>
              <a:rPr lang="en-US" altLang="zh-CN" dirty="0"/>
              <a:t>Second level</a:t>
            </a:r>
          </a:p>
          <a:p>
            <a:pPr lvl="2" latinLnBrk="0"/>
            <a:r>
              <a:rPr lang="en-US" altLang="zh-CN" dirty="0"/>
              <a:t>Third level</a:t>
            </a:r>
          </a:p>
          <a:p>
            <a:pPr lvl="3" latinLnBrk="0"/>
            <a:r>
              <a:rPr lang="en-US" altLang="zh-CN" dirty="0"/>
              <a:t>Fourth level</a:t>
            </a:r>
          </a:p>
          <a:p>
            <a:pPr lvl="4" latinLnBrk="0"/>
            <a:r>
              <a:rPr lang="en-US" altLang="zh-CN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45A3-8706-4B28-ADAA-3F97EAC5E1B4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723688" y="6504358"/>
            <a:ext cx="468312" cy="353642"/>
          </a:xfrm>
        </p:spPr>
        <p:txBody>
          <a:bodyPr/>
          <a:lstStyle/>
          <a:p>
            <a:fld id="{CF71FF34-F970-4695-BA3C-16BEF7D180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534670"/>
          </a:xfrm>
        </p:spPr>
        <p:txBody>
          <a:bodyPr/>
          <a:lstStyle/>
          <a:p>
            <a:fld id="{C16525B2-4347-4F72-BAF7-76B19438D32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534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534670"/>
          </a:xfrm>
        </p:spPr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12192000" cy="6883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36000"/>
                </a:schemeClr>
              </a:gs>
              <a:gs pos="34000">
                <a:srgbClr val="D2F0FD">
                  <a:alpha val="28000"/>
                </a:srgbClr>
              </a:gs>
              <a:gs pos="100000">
                <a:srgbClr val="D7E8FB">
                  <a:alpha val="27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txBody>
          <a:bodyPr vert="horz" wrap="square" lIns="121920" tIns="60960" rIns="121920" bIns="60960" numCol="1" rtlCol="0" anchor="t" anchorCtr="0" compatLnSpc="1"/>
          <a:lstStyle/>
          <a:p>
            <a:pPr algn="ctr"/>
            <a:endParaRPr lang="zh-CN" altLang="en-US" sz="2400" kern="0" dirty="0">
              <a:solidFill>
                <a:prstClr val="black"/>
              </a:solidFill>
              <a:latin typeface="Segoe UI" panose="020B0502040204020203"/>
              <a:ea typeface="思源黑体 CN Regular"/>
            </a:endParaRP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96000" y="264435"/>
            <a:ext cx="10440432" cy="50800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6" name="五边形 15"/>
          <p:cNvSpPr/>
          <p:nvPr userDrawn="1"/>
        </p:nvSpPr>
        <p:spPr>
          <a:xfrm>
            <a:off x="96000" y="62823"/>
            <a:ext cx="476251" cy="709612"/>
          </a:xfrm>
          <a:prstGeom prst="homePlate">
            <a:avLst>
              <a:gd name="adj" fmla="val 89101"/>
            </a:avLst>
          </a:prstGeom>
          <a:solidFill>
            <a:srgbClr val="1CB5C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80404" tIns="80404" rIns="80404" bIns="80404" spcCol="953" anchor="ctr"/>
          <a:lstStyle/>
          <a:p>
            <a:pPr algn="ctr" defTabSz="474980" eaLnBrk="1" fontAlgn="auto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defRPr/>
            </a:pPr>
            <a:endParaRPr lang="zh-CN" altLang="en-US" sz="1400" b="1" noProof="1">
              <a:gradFill>
                <a:gsLst>
                  <a:gs pos="0">
                    <a:schemeClr val="accent5">
                      <a:lumMod val="75000"/>
                    </a:schemeClr>
                  </a:gs>
                  <a:gs pos="30000">
                    <a:schemeClr val="bg1"/>
                  </a:gs>
                </a:gsLst>
                <a:lin ang="162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Alibaba Sans Light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F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10790238" cy="7315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1066800" y="1235075"/>
            <a:ext cx="10790238" cy="5120640"/>
          </a:xfrm>
        </p:spPr>
        <p:txBody>
          <a:bodyPr/>
          <a:lstStyle>
            <a:lvl1pPr marL="287655" indent="-287655">
              <a:buClr>
                <a:schemeClr val="accent1"/>
              </a:buClr>
              <a:buFont typeface="Calibri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02484" y="6488977"/>
            <a:ext cx="254236" cy="140423"/>
          </a:xfrm>
          <a:prstGeom prst="rect">
            <a:avLst/>
          </a:prstGeom>
        </p:spPr>
        <p:txBody>
          <a:bodyPr wrap="none" lIns="45720" tIns="0" rIns="45720" bIns="0" anchor="b" anchorCtr="0">
            <a:spAutoFit/>
          </a:bodyPr>
          <a:lstStyle>
            <a:lvl1pPr>
              <a:defRPr lang="en-US" sz="1000" smtClean="0"/>
            </a:lvl1pPr>
          </a:lstStyle>
          <a:p>
            <a:pPr algn="r" defTabSz="914400">
              <a:lnSpc>
                <a:spcPct val="90000"/>
              </a:lnSpc>
              <a:spcBef>
                <a:spcPts val="1800"/>
              </a:spcBef>
              <a:buSzPct val="95000"/>
            </a:pPr>
            <a:fld id="{EA543DA1-053B-459F-9A3B-E2E644C3A7C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529" b="20917"/>
          <a:stretch>
            <a:fillRect/>
          </a:stretch>
        </p:blipFill>
        <p:spPr>
          <a:xfrm>
            <a:off x="106680" y="0"/>
            <a:ext cx="78029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ED99E-308A-4A59-9993-9DD6ECC40B4B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5D6E0-D770-44E7-8278-FB998F0D9F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5CCF-6AF6-4ECE-997B-90D7D73A8E2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2026/1/21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62E0A-CEDE-416C-A32F-15E661A2A3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6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8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charset="0"/>
              <a:ea typeface="微软雅黑" charset="0"/>
              <a:cs typeface="+mn-ea"/>
              <a:sym typeface="+mn-lt"/>
            </a:endParaRPr>
          </a:p>
        </p:txBody>
      </p:sp>
      <p:sp>
        <p:nvSpPr>
          <p:cNvPr id="53" name="Title Placeholder 15"/>
          <p:cNvSpPr txBox="1"/>
          <p:nvPr/>
        </p:nvSpPr>
        <p:spPr>
          <a:xfrm>
            <a:off x="1068960" y="259456"/>
            <a:ext cx="10515600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rgbClr val="AB0564"/>
                </a:solidFill>
                <a:latin typeface="Arial" panose="020B0604020202090204" pitchFamily="34" charset="0"/>
                <a:ea typeface="+mj-ea"/>
                <a:cs typeface="Arial" panose="020B0604020202090204" pitchFamily="34" charset="0"/>
              </a:defRPr>
            </a:lvl1pPr>
          </a:lstStyle>
          <a:p>
            <a:pPr defTabSz="914400">
              <a:lnSpc>
                <a:spcPct val="10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项目组织架构</a:t>
            </a:r>
          </a:p>
        </p:txBody>
      </p:sp>
      <p:sp>
        <p:nvSpPr>
          <p:cNvPr id="8" name="Rounded Rectangle 4"/>
          <p:cNvSpPr>
            <a:spLocks noChangeArrowheads="1"/>
          </p:cNvSpPr>
          <p:nvPr/>
        </p:nvSpPr>
        <p:spPr bwMode="auto">
          <a:xfrm>
            <a:off x="4932438" y="725170"/>
            <a:ext cx="2628295" cy="1344693"/>
          </a:xfrm>
          <a:prstGeom prst="roundRect">
            <a:avLst>
              <a:gd name="adj" fmla="val 18076"/>
            </a:avLst>
          </a:prstGeom>
          <a:solidFill>
            <a:srgbClr val="FFFFFF"/>
          </a:solidFill>
          <a:ln w="38100" cap="flat" cmpd="sng" algn="ctr">
            <a:solidFill>
              <a:srgbClr val="C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400" u="sng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u="sng" kern="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项目指导委员会</a:t>
            </a:r>
            <a:endParaRPr lang="en-US" altLang="zh-CN" sz="1400" u="sng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400" u="sng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latin typeface="微软雅黑" charset="0"/>
                <a:ea typeface="微软雅黑" charset="0"/>
              </a:rPr>
              <a:t>合规法务</a:t>
            </a:r>
            <a:r>
              <a:rPr lang="en-US" altLang="zh-CN" sz="1400" kern="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: </a:t>
            </a:r>
            <a:r>
              <a:rPr lang="zh-CN" altLang="en-US" sz="1400" kern="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陈雯菲</a:t>
            </a:r>
            <a:endParaRPr lang="en-US" altLang="zh-CN" sz="1400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业务部门：</a:t>
            </a:r>
            <a:r>
              <a:rPr lang="zh-CN" altLang="en-US" sz="1400" kern="0" dirty="0">
                <a:latin typeface="微软雅黑" charset="0"/>
                <a:ea typeface="微软雅黑" charset="0"/>
              </a:rPr>
              <a:t>靖征</a:t>
            </a:r>
            <a:endParaRPr lang="en-US" altLang="zh-CN" sz="1400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400" kern="0" dirty="0">
                <a:latin typeface="微软雅黑" charset="0"/>
                <a:ea typeface="微软雅黑" charset="0"/>
              </a:rPr>
              <a:t>IT</a:t>
            </a:r>
            <a:r>
              <a:rPr lang="zh-CN" altLang="en-US" sz="1400" kern="0" dirty="0">
                <a:solidFill>
                  <a:schemeClr val="tx1"/>
                </a:solidFill>
                <a:latin typeface="微软雅黑" charset="0"/>
                <a:ea typeface="微软雅黑" charset="0"/>
              </a:rPr>
              <a:t>部门：孔祥勇</a:t>
            </a:r>
            <a:endParaRPr lang="en-US" altLang="zh-CN" sz="1400" kern="0" dirty="0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Rounded Rectangle 4"/>
          <p:cNvSpPr>
            <a:spLocks noChangeArrowheads="1"/>
          </p:cNvSpPr>
          <p:nvPr/>
        </p:nvSpPr>
        <p:spPr bwMode="auto">
          <a:xfrm>
            <a:off x="3760457" y="2510742"/>
            <a:ext cx="1913468" cy="600927"/>
          </a:xfrm>
          <a:prstGeom prst="roundRect">
            <a:avLst>
              <a:gd name="adj" fmla="val 15414"/>
            </a:avLst>
          </a:prstGeom>
          <a:solidFill>
            <a:srgbClr val="FFFFFF"/>
          </a:solidFill>
          <a:ln w="38100" cap="flat" cmpd="sng" algn="ctr">
            <a:solidFill>
              <a:srgbClr val="C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合规</a:t>
            </a:r>
            <a:r>
              <a:rPr lang="en-US" altLang="zh-CN" sz="12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0" dirty="0">
                <a:latin typeface="微软雅黑" charset="0"/>
                <a:ea typeface="微软雅黑" charset="0"/>
                <a:cs typeface="微软雅黑" charset="0"/>
              </a:rPr>
              <a:t>XXX</a:t>
            </a:r>
            <a:endParaRPr lang="en-US" altLang="zh-CN" sz="1200" kern="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Rounded Rectangle 4"/>
          <p:cNvSpPr>
            <a:spLocks noChangeArrowheads="1"/>
          </p:cNvSpPr>
          <p:nvPr/>
        </p:nvSpPr>
        <p:spPr bwMode="auto">
          <a:xfrm>
            <a:off x="6681459" y="2828073"/>
            <a:ext cx="1913468" cy="600927"/>
          </a:xfrm>
          <a:prstGeom prst="roundRect">
            <a:avLst>
              <a:gd name="adj" fmla="val 15414"/>
            </a:avLst>
          </a:prstGeom>
          <a:solidFill>
            <a:srgbClr val="FFFFFF"/>
          </a:solidFill>
          <a:ln w="38100" cap="flat" cmpd="sng" algn="ctr">
            <a:solidFill>
              <a:srgbClr val="C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IT</a:t>
            </a:r>
            <a:r>
              <a:rPr lang="zh-CN" altLang="en-US" sz="12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部</a:t>
            </a:r>
            <a:r>
              <a:rPr lang="en-US" altLang="zh-CN" sz="12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</a:rPr>
              <a:t>耿峰</a:t>
            </a:r>
            <a:endParaRPr kumimoji="0" lang="en-US" altLang="zh-CN" sz="1200" i="0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30" name="直接连接符 29"/>
          <p:cNvCxnSpPr>
            <a:cxnSpLocks/>
            <a:stCxn id="8" idx="2"/>
          </p:cNvCxnSpPr>
          <p:nvPr/>
        </p:nvCxnSpPr>
        <p:spPr>
          <a:xfrm>
            <a:off x="6246586" y="2069863"/>
            <a:ext cx="0" cy="183629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cxnSpLocks/>
            <a:stCxn id="9" idx="3"/>
          </p:cNvCxnSpPr>
          <p:nvPr/>
        </p:nvCxnSpPr>
        <p:spPr>
          <a:xfrm>
            <a:off x="5673925" y="2811206"/>
            <a:ext cx="54544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endCxn id="11" idx="1"/>
          </p:cNvCxnSpPr>
          <p:nvPr/>
        </p:nvCxnSpPr>
        <p:spPr>
          <a:xfrm>
            <a:off x="6236307" y="3128536"/>
            <a:ext cx="445152" cy="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4"/>
          <p:cNvSpPr>
            <a:spLocks noChangeArrowheads="1"/>
          </p:cNvSpPr>
          <p:nvPr/>
        </p:nvSpPr>
        <p:spPr bwMode="auto">
          <a:xfrm>
            <a:off x="654495" y="4176692"/>
            <a:ext cx="5293942" cy="2202841"/>
          </a:xfrm>
          <a:prstGeom prst="roundRect">
            <a:avLst>
              <a:gd name="adj" fmla="val 15414"/>
            </a:avLst>
          </a:prstGeom>
          <a:solidFill>
            <a:srgbClr val="FFFFFF"/>
          </a:solidFill>
          <a:ln w="38100" cap="flat" cmpd="sng" algn="ctr">
            <a:solidFill>
              <a:srgbClr val="C00000"/>
            </a:solidFill>
            <a:prstDash val="solid"/>
          </a:ln>
          <a:effectLst/>
        </p:spPr>
        <p:txBody>
          <a:bodyPr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康诺亚公司</a:t>
            </a:r>
            <a:r>
              <a:rPr kumimoji="0" lang="en-US" altLang="zh-CN" sz="160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Event</a:t>
            </a:r>
            <a:r>
              <a:rPr kumimoji="0" lang="zh-CN" altLang="en-US" sz="160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项目团队成员</a:t>
            </a:r>
          </a:p>
        </p:txBody>
      </p:sp>
      <p:sp>
        <p:nvSpPr>
          <p:cNvPr id="10" name="Rounded Rectangle 4"/>
          <p:cNvSpPr>
            <a:spLocks noChangeArrowheads="1"/>
          </p:cNvSpPr>
          <p:nvPr/>
        </p:nvSpPr>
        <p:spPr bwMode="auto">
          <a:xfrm>
            <a:off x="6414104" y="4176692"/>
            <a:ext cx="5293942" cy="2202842"/>
          </a:xfrm>
          <a:prstGeom prst="roundRect">
            <a:avLst>
              <a:gd name="adj" fmla="val 15414"/>
            </a:avLst>
          </a:prstGeom>
          <a:solidFill>
            <a:srgbClr val="FFFFFF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/>
        </p:spPr>
        <p:txBody>
          <a:bodyPr anchor="t"/>
          <a:lstStyle/>
          <a:p>
            <a:pPr algn="ctr"/>
            <a:r>
              <a:rPr lang="en-US" altLang="zh-CN" sz="16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MeetingBest </a:t>
            </a:r>
            <a:r>
              <a:rPr lang="zh-CN" altLang="en-US" sz="1600" kern="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项目团队成员</a:t>
            </a:r>
            <a:endParaRPr lang="en-GB" altLang="en-US" sz="1600" kern="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endParaRPr lang="en-GB" altLang="en-US" sz="1600" kern="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40" name="连接符: 肘形 39"/>
          <p:cNvCxnSpPr>
            <a:cxnSpLocks/>
            <a:stCxn id="37" idx="0"/>
            <a:endCxn id="10" idx="0"/>
          </p:cNvCxnSpPr>
          <p:nvPr/>
        </p:nvCxnSpPr>
        <p:spPr>
          <a:xfrm rot="5400000" flipH="1" flipV="1">
            <a:off x="6181270" y="1296888"/>
            <a:ext cx="12700" cy="5759609"/>
          </a:xfrm>
          <a:prstGeom prst="bentConnector3">
            <a:avLst>
              <a:gd name="adj1" fmla="val 180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855343"/>
              </p:ext>
            </p:extLst>
          </p:nvPr>
        </p:nvGraphicFramePr>
        <p:xfrm>
          <a:off x="756095" y="4665362"/>
          <a:ext cx="5056876" cy="1316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656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市场和销售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：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CE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部门：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IT</a:t>
                      </a: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部门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：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合规部：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18820" algn="l"/>
                        </a:tabLst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财务部：</a:t>
                      </a: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18820" algn="l"/>
                        </a:tabLst>
                        <a:defRPr/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法务部：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5227968"/>
              </p:ext>
            </p:extLst>
          </p:nvPr>
        </p:nvGraphicFramePr>
        <p:xfrm>
          <a:off x="6656920" y="4571788"/>
          <a:ext cx="5057140" cy="143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14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项目专家：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Tyler Tang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项目经理：张宇通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实施经理：林穆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产品经理：王雄伟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培训支持：孙婷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接口开发：赵彦超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后端开发：毕赛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前端专家：王浩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测试负责人：方骏</a:t>
                      </a:r>
                    </a:p>
                    <a:p>
                      <a:pPr>
                        <a:lnSpc>
                          <a:spcPct val="150000"/>
                        </a:lnSpc>
                        <a:tabLst>
                          <a:tab pos="718820" algn="l"/>
                        </a:tabLst>
                      </a:pPr>
                      <a:r>
                        <a:rPr lang="zh-CN" altLang="en-US" sz="1200" b="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运维负责人：杜学勇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1BE3419-301E-C141-CC07-4D603FDDF5C2}"/>
              </a:ext>
            </a:extLst>
          </p:cNvPr>
          <p:cNvSpPr/>
          <p:nvPr/>
        </p:nvSpPr>
        <p:spPr>
          <a:xfrm>
            <a:off x="788035" y="1515533"/>
            <a:ext cx="2519780" cy="77893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NEED UPDATE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A764A3-CBEA-5919-5DAE-FE70418BF7E6}"/>
              </a:ext>
            </a:extLst>
          </p:cNvPr>
          <p:cNvSpPr txBox="1"/>
          <p:nvPr/>
        </p:nvSpPr>
        <p:spPr>
          <a:xfrm>
            <a:off x="6681459" y="5939174"/>
            <a:ext cx="1261884" cy="336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tabLst>
                <a:tab pos="718820" algn="l"/>
              </a:tabLst>
            </a:pPr>
            <a:r>
              <a:rPr lang="zh-CN" altLang="en-US" sz="1200" dirty="0">
                <a:latin typeface="微软雅黑" charset="0"/>
                <a:ea typeface="微软雅黑" charset="0"/>
              </a:rPr>
              <a:t>商务经理：赵玥</a:t>
            </a:r>
            <a:endParaRPr lang="en-US" altLang="zh-CN" sz="1200" dirty="0">
              <a:latin typeface="微软雅黑" charset="0"/>
              <a:ea typeface="微软雅黑" charset="0"/>
            </a:endParaRPr>
          </a:p>
        </p:txBody>
      </p:sp>
    </p:spTree>
    <p:custDataLst>
      <p:tags r:id="rId1"/>
    </p:custDataLst>
  </p:cSld>
  <p:clrMapOvr>
    <a:masterClrMapping/>
  </p:clrMapOvr>
  <p:transition advClick="0" advTm="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78f1586ca68beac1390c153a3c92bbf196a1"/>
  <p:tag name="ISPRING_ULTRA_SCORM_COURSE_ID" val="5F5E9A52-1D9B-4D3A-961A-7E2E8B3AB0FB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wQUAAIACACTsPVIFQ6tKGQEAAAHEQAAHQAAAHVuaXZlcnNhbC9jb21tb25fbWVzc2FnZXMubG5nrVhtb9s2EP5eoP+BEFBgA7a0HdCiGBIHtMTYRGTJleg42QsERmJsIpSY6cVt9mm/Zj9sv2RHyk7ivkBSEsA2TMr33PHunrujD48/5wptRFlJXRw5bw/eOEgUqc5ksTpyFuzk5w8OqmpeZFzpQhw5hXbQ8ejli0PFi1XDVwK+v3yB0GEuqgqW1cis7tdIZkfOfJy44WyOg4vEDydhMqYTZ+Tq/IYXt8jXK/1H+cMv7z98fvvu/Y+Hr7eSfYDiGfb9fShkkd696QEUsCj0E0AjfhKQc+aMzOcwuXDBfBoQZ7T9Mkx6HpEzZ2Q+O+UWUUQClsQ+9UhC4yQImfWFTxjxnNGFbtCabwSqNdpI8QnVawGRrGUpUKVkZh+kGjaKRnQp88IZpkESkZhF1GU0DJxRrMvy9icLy5t6rUtQV6FMVvxSiczqhJyxz29KUYFqXkNOIXjVawm/1DmXxUGn6ggvaTBJWBj6cUICb7fjjEiRIa/kRs1AlAjHJAKAkleifIRsYrPMiiOs1DCEKZ1MfXgzY8JUrtYK3vVQO+YEYjAXRZcU5AiJILvieBlGnnEaqEIc3fCq+qTLbC8/HgaqC5gGbggp6LIH4Mxg7IAhxhIqR1mKtO4Cm5E4xhOSjMNzSGTgXThEIjwFup0OkbggMVCExF0yAT6jE2wS3lBsl/87fqXcpLO6RTxNQc64byN1U8GOcSmwwDKtOhimJiYfFxA2iv3v0LhFBe/a1UpuBNhRZqLsVASVxSWeyaKPC/pbcoKpT7wE0soLlwmzJc9ozPktKnSNeLbhRSrQpUh5A7l+C88ymdlnJs5W/1+N/BvxeltVXm0LUuCR81dD7dmrYd8wq6nAproW+U3dpdo4bGv+Y6wwOf1dE/oc/XH6Y5cEOKLh80Smknmj2qr75PjcWTY0Rp1GPNFT/aP13JbEbW0dUyhYY6n7SxDopqZ/QANU/aVocAKK5m2JhhpOi6sBOoNwCxBo9FiMM3DVngln4MIB8ksyjimD2WgpLitZd44dlo1tgL4d2hTmPCVqcU/GS3GlYcJRgm/a6QO6kI10Z0AfDDd7rYJR5oPJAQCu2uQBSCVzsD/rgbmYkZ0H2gK/d5KlblRmyavktS3y4NsmF1+PTVelzu2u4tUuedsmc/wUK9rDRa3S+YD2f8e/3vF5QL/HRykmOHKniYsDl5hB33BV9RQCChhX+CxOfDw24sCFnNfpGprplW6KrCdQO6t75AQD2PbMseBluv7vn397YnxhSbuLtru/DgIBYpsqSO7Afg90Lao/u0AYHu/L2UUfqe3dZifX86rDKGThs9wheNtacp3D1kG3XkjybdAwY9idzoAHsU173ZQwug1BmOHoFGqZncKd0YyX11AImdZqEIp1tUnAepj2++tlUytZiCGyT2sl5sCMzhPsefauDeRTMr1ue2YGN4p0e+lWcOnuC+ZOcQB19gs8kcl6IKBtTbsqBERv1/c033zdqe5Wlf3L4vD1g38w/gdQSwMEFAACAAgAk7D1SKqJOQXxAwAALBEAACcAAAB1bml2ZXJzYWwvZmxhc2hfcHVibGlzaGluZ19zZXR0aW5ncy54bWzVWO9u2kgQ/85TrHzqx2LSJk2KDFGUGAWVAAXnrtXpFC32gLdZ77reNZR+6tP0we5JbtYLBAppTXucckIReHbmN/9nvPHOPyWcTCFTTIqGc1StOQREKCMmJg3nNmg9P3OI0lRElEsBDUdIh5w3K16ajzhT8RC0RlZFEEaoeqobTqx1Wnfd2WxWZSrNzKnkuUZ8VQ1l4qYZKBAaMjfldI5fep6CchYIJQDwL5FiIdasVAjxLNKNjHIOhEVouWDGKcpbnKrYcS3biIb3k0zmIrqUXGYkm4wazm9nF+az5LFQVywBYWKimkg0ZF2nUcSMFZQP2WcgMbBJjOaeHjtkxiIdN5yXtRcGBtndbZgC3PpODcylxCAIvcBPQNOIamofrUINn7RaEiwpmguasDDAE2IC0HCugrthp33l33V7gT+8uw5uOtaGPYQC/12wh1DQDjr+Pvxl4a/f9/1Bp919cxf0ep2g3X+QwohuBMRzNyPmYWRlnoWwCpin4zwZCco4Fuk3YVSgscw5zSYQyBbDLI4pV+CQDylM3uaUMz3HbqhhN9wDpBcqhVAPTNoajs5ycB7gLCAahrlc1cTJ61VNnJ5tuO5a7Q9u7bTSo1rTMMbiQVphmueuk5ZsYyk2XDPPZCR5tHIIkhFEXZrAWk8M75loIeeRQ8aYBI6uXmSMcocwja6HK2GVj5Rmuui91jonQSwcEkBuhluhCGOaqY2Ir6JuCj9s/tmVGtRfNhSW9BjrHzLnEZnLnHB2D0RLgmnOE/wVA1lvJjLOZFJQsd81UZyhcVMGM4jOyyh6jyqSHCVxuKQctNXwMWefyQjGMkNcoFMcRUhnyuJX9wJOqVIPoHRp4zPbIu3ulf/umXGQRlMqwj3BsTYgSfVB8OmcCKmXchiOkOYKiqRELCrOyvhW/fk0KJbk3Kb5307GGvQBU3IYLfsk5ocWlFYb02nRiKa5CmhsQYYpsZh4EOJkYSKHsoAhFUQKPic0xOmtTFtPmcwVUmwDW2j18xZaecJE8TTBKYgaswiyUpC1oxcvj09enZ69rlfdv798ff5docVe63Nq1NnFdvno4iwn9c36/IHQd5bolmxLZokp1GhL6e4Xg8UC2x7xnmtWz+5NVCzMp7iIhv7F4PKaDPzhbScY1ssUQ1di3+kwxnIam/fIMjK92wDT4ZeCN1Evw9gf+L+XAsQEluqbcmq7vVIOvynDNbCbvL+2xUuZgJN/YicZzn7OEobl+7/o48da6tdHwH/Sxr/0QmlnwIHaGGgWxpjRg1XBkx+ThwzvU4qYfVpdATfufJ6783ZtThImWIJxNO8Bqyt58+S4hrfInUeVCqJt/oejWfkHUEsDBBQAAgAIAJOw9UgsqonbsQIAAFQ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BEw1ff41erWroo4vnddFKCAnVdGEfbKHvlbp/UIGSl75DMlJTwyuj+CH1ocJ5T4Fvtins6+tgLD+hjyFU7Bajw9mMGVkWuvCJiGl7CUJpwX0oCpGsqszoWUHcWEGN6RCivC2S+Dy/f2MRJlBwbfacN9hRRRFIbazcaol3RcL3tOu9Fb03Z0Pwr949x5pvQOv55jpXBRN/pHSc5nnnc9t/fMs2GKWZMaD+KebfhUUoPFFsQL53SyH8YVTAZzN1xjcJRFWUDZcJ6Rv2SoAKxrchBrXTcCoXFSncPVpKqp/lOvBN6gTAkjRsdUtb6OYfLel5HCNwFgUdSha93BWZqOKkJhB2H2I4V98NjLkNRdOtZwN+oBNipuOa+Z1JN+VfStEuNSwwDhVcc1zHCW81tY4VzalyWTH5ZwP/rJWg7bzLRe7N0pfCslN2v7cQq10vw3+Q9QSwMEFAACAAgAk7D1SJjAjiXHAwAAPRAAACYAAAB1bml2ZXJzYWwvaHRtbF9wdWJsaXNoaW5nX3NldHRpbmdzLnhtbNVXbW8aORD+zq+w9tSPZZO+XFK0EEXJRkGlwMGmLzqdIrMeWF+89nbthdJP92vuh90vuTEGEkqSmjZp74QisuOZZ2aemfGw0dGnXJAplJor2Qz263sBAZkqxuWkGVwkZ08PA6INlYwKJaEZSBWQo1YtKqqR4DobgjGoqgnCSN0oTDPIjCkaYTibzepcF6U9VaIyiK/rqcrDogQN0kAZFoLO8cvMC9DBEsEDAP9yJZdmrVqNkMghvVGsEkA4w8glt0lRcW5yEYROa0TTq0mpKslOlFAlKSejZvDL4bH9rHQc0inPQVpKdAuFVmwalDFug6BiyD8DyYBPMoz24EVAZpyZrBk833tmYVA93IZZgLvUqYU5UciBNEv8HAxl1FD36Bwa+GT0SuBEbC5pztMET4jNvxmcJpfDTvs0vuz2knh4eZ686bgYdjBK4vfJDkZJO+nEu+j7wp9/6MeDTrv7+jLp9TpJu39thYxuEBKFm4xFyKyqyhTWhEUmq/KRpFxgj35BowaDXS5oOYFEnXGs4pgKDQH5s4DJbxUV3MxxGPZwGK4AimNdQGoGtmzNwJQVBNdwDhADw1que+Llq3VPHBxupB4679dp3RplRI2haYbNg7JFaFF4U7RSGyu5kZp9JiMl2DqhMbIsMJfjklMREG4wt3R9aiwD5owL5N/a7tfH0mwll2a01Bscrnm0rZy2fu8qA/oPl5wT3aX6TlWCkbmqiOBXQIwiWLgqx/8yIDfHg4xLlS+kgmpDtOAMyJTDDNiRj6MP6CKv0BJvi0KAcR4+VvwzGcFYlYgLdIp3C8q5dvj1nYALqvU1KF3F+MQ1fbt7Gr9/YhOkbEpluiM4VhvywjwKPp0TqczKDulIaaVhURTG2eLMJ7f6t5dB87wSrswPXYwb0I9YksfxskthvhqBt9uMTheDaIdrAY0jyLEkDhMPUrwZuKzAFzClkigp5oSmeB9rO9ZTriqNEjfADlp/e4TOnnC5eJrgqkePJYPSC3Jv/9nzFy9/PTh81aiH//z199N7jZabqi+odedW1cmdq9DP6ouF+BWje9bilu2ZKnPbqGzL6e2rfrmStq/4KLQL4fbdsliBP2a1DOPjwck5GcTDi04ybPiUt6twkkyaYYOM7W89H5veRYIEx17wlkcfxf4gfusFiCXxmgQ/t92eV8KvfbQGbjf3b+xlrxDwLp+4uwlvc8Fzjg35v5jMu4bk+4f6hwzm/T/63Ng+1GACLdMMa/Rodf35V9mDEvZf4sA9rV+lNt6dovDWt9Qayjdf+Vu1fwFQSwMEFAACAAgAk7D1SPhisWuEAQAA/wUAAB8AAAB1bml2ZXJzYWwvaHRtbF9za2luX3NldHRpbmdzLmpzjZRNb8IwDIbv/Iqqu06IfZbthgaTJnGYtN2mHUIxpSJNoiTt6BD/fTjlo2ndQXxp3j59HbtyNr1gt8I4DJ6DjXt2+3d/7zRAzeocrn2dd+gZ6qHh6Rw+0wx4KiBsIMXh06O8PRGUcSic6az8QFtT8wslvlkwbuq4Iiw0oRlCKwjth9DWVOJfr7J9VVVFtTbPcmul6MdSWBC2L6TOmGPCq1e36gU2YFmAPoMuWAyeaeRWF3lyfIgw6lwsM8VEOZWJ7M9YvEq0zMW8K/+yVKB3P3xVAYOn6GXi2fHU2DcLWTPxZIjRTSoNxsA+7+MEg4Q5mwGv+Q7c+gf1jNsFNegiNak90KMbjDqtWAKtLg1HGD4mdl6tbkYYbc7C2lbE3S2GR3BWgm5Zje8xPFCqXF3wA5WWCXakhbZ7fkS5ZPNUJPvUAwySw8OibVf3ToW6449Db4RkY4SWxERmXRfHBVNvycE1jaxTauY5JQpKlERiRYEFeRrbvEZw/xV8nztLcRQru972D1BLAwQUAAIACACTsPVIPTwv0cEAAADlAQAAGgAAAHVuaXZlcnNhbC9pMThuX3ByZXNldHMueG1snZGxCsIwEIb3PkW43cRupSR1E9wcdJaaphppLyWXWh/flIp0kYBDIP/xfT8kJ3evvmNP48k6VJDzLTCD2jUWbwrOp/2mAEahxqbuHBoF6IDtqkzavMCjN2QCsViBpOAewlAKMU0TtzT42ECuG0MsJq5dL+LpHYrZFMOiwuKW9i/7M4MqyxiT19F24YBVvMe0IIy8VjA7F43cYutA/AIakwBMqsFQAmh9AngMCcCPK0CK75vnpEcK8aNikGK1nip7A1BLAwQUAAIACACTsPVIm217W2AAAABlAAAAHAAAAHVuaXZlcnNhbC9sb2NhbF9zZXR0aW5ncy54bWwNyjsOgzAMANCdU1jeW2DrQGBjZAEOYAULIfmDSITK7cn2htcNfxW4+UqHW8D22yCwRd8O2wOuy/j5IaRMtpG4cUBzhKGvOvFIMnPOJSY4hR6+FtaCzBNpmdFV2bDuqxdQSwMEFAACAAgA95JT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k7D1SDinyDRiCQAANT4AACkAAAB1bml2ZXJzYWwvc2tpbl9jdXN0b21pemF0aW9uX3NldHRpbmdzLnhtbO1b3Y/bWBV/37/iKquVQELNh/OJ0iDHvpmxmnHS2J1pQSjyxHcm1vgja99MO6s8sICEEEI8InUXCRBC+wJPSKi7iP1fkDqFJ/4Fzr22J3YmydjTVoDW47aqzz2/c8695+P63tN2gwvLlZYB9RzrE4NanqsRSi33POh9gFB35tmeP/ZJQGhQXlNOLNf0nivumcdoQA2o4ZqGb0psNOhV0ID/oHZLbMtteKv36zXUquMabiMZNyQY6whyR5BgTK5VpW55Q0Qo1ycz4tLtUrvl1OhtgOIGxKeKa5IXPSHNnRxKz+DAN0wL+IJes86eVax1JdfZg+rVRquBVzVREIQmkhpyVa6sWq1OS6wiXKk3KsKq364JNQFVG41qp7mqtmoNAd4GnSZIqeNOE9Vb9XpNXtVwDdBIFPtyTVq1hE61KoI23O5Iq8Gg36pUULVaFeryqtEUBv0KAm4BZIhCmy2gIAt9obkS+2K1LaCBNOgP6iss46bUQO0ablYqq3q/L1Qq68Vdzy65XGtq5unEy3mHwK0u2DrKYqu8Jbi6s6XvA7NOnIVtUIJcwyEPSzPPcYhbimKSx2/MEZuSpoZEIDN87/qL313/5utumb/EI1x7MvyTdGSZD0unS0o998HMcymY9MD1fMewS70PwwiJ7M+C9C6Jnwd3ZszIWl2L/2SFRbogauHZB4I1XRju1dA79x6cGrOLc99bumYmM+dXC+LblnsB3JVOS8J7FdlWQBVKnJR9uM2e7LAFVKWAMPOamD2ZkLZxSuxYY4X/5MCtVd69IhvQSyuwKIeKVfbsgy6Mc5J2QFtkz36MC1rSXmux524QJS8osAssyWt72W3jivhpJWFR3IvyFstF3nha+N45W+w07m5H3+BsD2qMe84srLAnE4hNkCnM5KVo2fj85Q3G6HWzlnQd0ALOTRaXiMRFjvtTaXQ0FtVn0+HoYDTtKwelnhRmJWJp+a1as/2i2mh+u1uOcBklaUficJiWhbiwRiWbLFWfjIZTEIiHUxU/1Us99mdu6OiJPlRUXOpFf8ktYDzBx6Ue+zML9MlkglV9qg0VGU8VbaqOdL4uQ6xjudR75i3R3LgkiHro0iLPEZ0TBOXZ8gkKbMvkA6xkW+6SZNAnj45ERZ1OsKZPFElXRmqpp3m+f/UdLtlY0jkEz9wIkGkFxqlNTK4WQoSPs/IC2vlXGIJfdG4Bp+cYlvsgi/aJeKKoB1N9NBpqU6zKMaXUw66JZN9gmvILmoganoAM34Dd+n7wKY8+LgGJtp1byKFycDiE3zoz5NA6n9vwm97DmjEGl4yJmwEIgYMnEHWadjKayGwNQSEy0MIIgueeb6aCJum6DLIVVRpBaEp6Qr7OxMSywfGWO4PQITOaQd4R1jTxAE/7o6cQ45Cbo5yg0SNIyUc5Qc+wBjmEtQwwVTxWDkSWESwN4wSJc3BmsHi3r5AxmwGOreal5S0DoLAVhjTh2Rg8yK1Jw4+fgCMVcbgj20PBsNj87dy6JGCKb8I2l0EXlCEJyyy6Hj9Rvj8diMoQy1MIN3l0MtV5lWRKHeMKuR5FhnlpuDOCTsnMWEImXMGYaZl8jHmem/Dx0voEGTSqPx9FpUuV8dOP7mFSquBtsQw+kUEZfKYs6F3a2bJFM7inISzWd1qRZQHubYImYVWcKKN346LAcpZ2WKXfhaNujMvrrDvtePv1yu6292CMFpbgvgIVrW95uUAYdmK25cDmaecCKuoA1I3Deg4Fn51DcwlQR5EM1UNvIeYYVi5lyDGsaD4RJ7ivKTp8bJ2QU3b6yADmuRp6bbu/2RnRJnAMv0nVU3LmwfeSTYzL8EMG9i7u/ixeTnwqpbYWXdGHYLgKMs/DoAKptuWwM1Q2sU+OcLwU4W6Qms+Jt7RNnt22dcF3BFjnpUNuf4ed+Z7DqbYRxHEdbkrfe0tDwilOQr3jfB8QNwma2VeJ/Hwrj2lYnEiHU0lUJcxOFCyf7ew4yA62JkNdmw7FPpMAaeIYdDaHXfiMnfOyywpPBDIeiCAvmvx4rL9+9dW/PvviHz/6Y3ZJGyaFVBRRv5tXDuQ/K5z4Rt4PVI+S4IcZ5OhiPw3lLxmB0Zkqhl5/9pfXf3gZ3nS9+fGr1z/76vrXn/7z76/evPzpzSplkaxAAL+TI40RbluO57ArsEyqIUUiN4u6LkqHR5BF8NH5+s+/v/78l29+8qc3X379+PG///ay2WlWhVZDiCWh65//4vrzL1//6q9vfvspjFcbQrNV6dSq1VZOvUfi5BHUUn58KPWODP8CarHueXaQUxD3JAt3CIWc0PWpeUltyyU54W+9ubHJ68p4Ksoyv06AtLet2UW4o5twJopuDpHtneeRJx2KKhT8DZHEtGh+mXy/jAshVJnwfV1jLrdunzeE9R2NbcC2QFNXPi71PXvMLstu3w4DA7vbg8jvUZ/dEsRvSY5g7j2PfBdxJSmbnGMwYcw+PxO8a9om94Rlm9k7M+wg4o0om4zHng07jRTOJiE6Td9ESVKf3yUnADekW4bDue0Wd4K4ya+SF/QWf4K4ya+xTWoEB8VboM2RJDK+3usbfpKexXHAQ1xe1SKe+C3NwywYsmveIGFSREhzOp5Jenyv1S2HRLnMaEmDyzss7ro3n0NHDHN6xacdsDZGamAdu+X9wdulFrXJ7sjm84D8S06LveaL/rAZsbkUIRXRqwV5WIJjjTGbs30hKKFIxsMSExm2eHbhFnEpY5UsgeTZsB/q8FLOK3k+oMsqeD6IF2b6flC3fGuhuuV9DupGYnf7z106p8THEAIWiWMzTUtyz+OLtWP+fRuzRJVlx2hSAJ2DbBdOXDegBCUVV8TwZ/M4qsKX5Dh8qlLLJpckrlMJQmJx9s+/G0By7I9tkQ7JGU3WzoiyNQkSbLeyIKp062BMcqcHdsL4CW8rLhzZlnUR97a0o8ZpwKe/pVrFW09C2ZbdKC7TLOCTrCEhFbpblAHvLgd0y8ldFqrUllbt3v5t2P4t+rdF/7bo3xb92/+b/u0HRQO3aOAWDdyigVs0cIsGbtHALRq4RQO3aOAWDdyigVs0cOMGrsZvA4vubfbz1f9igxaSwlv6s9ydzqLbWnRb32m3df8F9/3brWvW99NtTdhdtFu/ce3WfZ2mDJ2fezdcM7Qyi47r+++4hrB8DdcQU/Rb33O/dfeuk6Xduvff/vwXu62bNICCvJ3/M/w/UEsDBBQAAgAIAJSw9UgugG8OhCsAAGRrAAAXAAAAdW5pdmVyc2FsL3VuaXZlcnNhbC5wbmftfQk0lO3/dwpJCnnIFEaJnpIwKmSPqCx5kn03RAlNU9YZE8qSyShPRhEtjyTrlPWxjMIM0Uxa7FlmkixjGjJjmeWdaVXx+7/nvO857++8R+fEcc99X9f3+n6++3Xd30mwtjJbJ7xJeMWKFesOHzI5tmIFP2jFipVXhAS5V14Omf/L/cUHPWZ2YEUhQWaE+we/r5Gl0YoVGNRapqcA9+81Zw45QlesWF/P+8+HD3rgvWLFqdnDJkbHQ90obwPyYB2OBh+rldwvqBp+SBHe1LD9mu9W2tXYh6HpL6X+7tz6x71G4S2SpX4KDpfbhPr+8bqz6bJi9x7R7m4naExZgmV+a//YR3eIb8gJust8/hjzRMGU9plDkb7tfRrzN4naHY79pScIxnGN+PSg2rCZUXts+MwkGgubmr2kCnuSs0mtbsUqkYU/6m5t8qs08f7jqu0uA7lTnJkOBKtDB259YMMW8Z9v5P5w8ZIHJdIhEt7V9G7/AyIjm36/oyCqaTeJfKe8L3zsFPCdYi5S/aWOoLTHBb4FPybioprU5C53pIc+peIlJsLouho/j4I8LQ9CxrnBaAeNYguMf51D7cy04Nb6UL9323Bg9DbQrx9iRYRA2wLtsypm75zDRv4ZVqvX/9PnhAvyxslbmn4mSdrDQ3pVtIhD3JOd168/+2VMIRA/IFrk11XEqss3XTgvnX/Nvln5Zz78NsHt13Xo2k/Z9f5FNcEz9HIs/OOdlTtvr6Q9lo9UaiDG6j35W974VbeAr+g+/CErwNcHo+Z9B7LYI1nrg2qmU2+kCz+4IAw7KkDyNWYim+iCRrHyCleUEltn5hlrE4d7oYSv0z+vQzDxiLTa3AvCD+qahRuI8aeJYt5CoJd+j5qQjESR72xArEvDfr7JTuCR3gEuvWLeC9ZgfcLDfyU5WNKaT1LM2++Aj+WfiS0z81WTpEpG71ewDDU8Lt/nLcNZsokuogPiB0aLLmDPM5HTlh69hbwbokUsH+Sv8YEAghRjv/Ok7g9LgeOGAmU7kymSwd5C+vzABTz8G9B5s67ClXcDP+CmtaPEMxKoT1jkh9AG5Pj1z+A016tWf3z63JfJmSQ798+1P+9wDx/JfuyO6unRTmJpEl5N+MKBLRLl4J6Odo7+9DSUAZ9gBzrr4PPq/uQSLbwI0eO3DsFHbbL26zI/1scxqof1qHOwyebt/do+/PyQ+fk+Rm3I2+dzY5D5Od0WBH4mJyty7oQFk/HaTOf+2z42a/wxsXYs2YacpBcLZZSXByfZRLXtlG96cfHZTWspNM3O48dcdIsHWxviDyP4AeptQVkqnX5PnmQbmSKDhkPfXTULJLAaJI5WT5V2SkLS5RXk7MdHHVbLjCFUi7JZCJcYUckK6hIL8N7uJ76zpI40O5yF6BikUYW2bEXGo8xjkEOHuyeQ5y+c4Q336mxOU64soMtJumglI3sBQAI/AJLXEfevUndywOjXUh74USMgzebmD2OQ9LTuedcMYVBSjb1pmT4urw65JCGuAb4Nc3DV7rBUnZ2FPmamPTteykHf64EeTau7CZzI56qJxE7/A44uOOcoz+/K0mT1r6kIiLQJiGDS0tE1JdYKbARLDhDs7b1XGuG+hLQ0WTU4iRVHrnqudbT6zokIDpKeY180mK1I6+yOiChB35BZC3pUquYmMGG+hDxlJnROqibuQqGwex6t393dokXS0+g22xwyfjTdrrrLt6q/LL0hHT4R1i4LzVJeQmI1tBOt71KqQz+1mYmK6zcgerK8XWOlVNL8+PCT/Xh2yYhdctuB+CFEed+8V9gVCkSu5ypkojdi9J20ZNoSGHhQTZTd9j8SUXSyFnd3R+SHHDBJO7OrIZ5MIv6DC0N7HoKxunyzambnMER6jm1PAIXdwUkqwrMyN4VwRx57pyWZdmdll5unWeyA8ccnPyyU4Y0ogJJjoZHA8dtli898O3iOPM7VXY3j8j3K401iMCH9BfbvTw21+m0te7km6bWdYfKdNdf33tm1m1xQ94Mfr60QGVz99YgV9o64JAuIFn2yeoGR9BE8keZdKShpHdUtLATac+eR0t+NPtWS0t8FKKp7BPU474Jwq3XU6aJiBeOPW2YW2tPWOpGUXR23V+60duYzilU63n7xUQWyfGX9D/ulw4JwrVcUYAmBSfO8NrSJa11OKS+unKdyDAhc26VmLPCo5mmSyJO4gZgftj8KtErD4pFLjPADw4DF5cmQ8gnfZWsocOKBYZl959UtM2Kwn41r7OFUf65tfVCwuBI8uMXWquLaZpEldKtVrfnsOi46pT+sc6iy2o8Vlr4C+trz/T8DPyOdXc2i98R1uCNYH7v9i2TZlH72c27woXYjaqYviUqbcTNgXF0UGC3NsFkGgsOo3xxUDQkdKyg/hY64xRWkgajj8rXl5Ajd2g4BwCZLx3vNSp44Z58fLNPyHeh9pxjsOcNlaxp2pXP/WJe+l1mstcmfTxcunc8Ix0w5bv+A67W4rAP5WCqlRwOCpi/9ULmWC/Jg/8vDwbxRokW4fnYh8p7cYOB91j//HpDsfMiF7tWm+ycDsqcCy6O/i15rkGEyZm8jtEq41Z0rm9xQYAHr69QE+QFTR4+53hE+bcvl3cl1r0ryi1uxT0nadJmvfrUulUtj+x9Eys4zbyVnCCG10NDBSxvXIya3IyYJw776UzfqE1VrQ2mrNnrzApMF3BMBD+yORhbBKf5x9DBa60MPD93YtE+z1lGOOz9mcWaz4lAIJjluexZs8sMwkD0IdDuXy4XfP+1+6XVC1Vvh9d/IVMNGPZRXWBmDZfVga264NJooKx2n9TtoR4oB1QcT8Rs403d4olGLJ83vdEFMQLMi7A9tJIDtTXvpvVBigFvhr/EPN7ayNTLll1K/6hTZ4K2sZIfRIBUauEXODqXLN8YJtx6LorPO7XzgICjr3A/9QpLPJR+2pBQRM5z2dZQykeMCAFo4q/Mqhh1fpOpeBZTIT0tuHJ7by8I87A1M5OzeDoY4I4Pw5T3d8wL5xI2cpPnIoev2fdrD7e8CU9cUjaU9XnnUgPXJUitkYuiYJ/OaK2AReLmTYBQUlKxp/TYSBUL7vUDtTy9LA42M5+MDpmiA8nIMpUwrKN8Eb7J75WWhfV4vpbj2tvzNaGeCOFBdifBmoqhGnZRh42J/HrhTrF91MHSMfA3yH5hMqIKhkOdvi/PVz+kpe8EitI+Mlzlg9ygeiC9L3Pr08kxIBDFRyHxrg9+Tg72IjHsU4YSeVB2T7iPT7dtecAWkQLJi2+14fGSz1iKStjMGqRUSkWt2cT1G4S6lwmEiyU8H1F61LVVVxxGLNZXBwnYcYXJysS9e9H2AVvYoEEJG3M9VtCfk489jlbnXpnrNzZ08Qsd93FpG14D2FHjeTJVMnbV30MVngr+yrBNkLe5tcujMeFFMCRpeYkuib0gGU2PEy0vR1xu882uOZ19SwDyrzqhrnLFJKdXSj/57CJ/L+FjRbwO2NzgmAAqiV4rQklzvLSIwkkamEUHI6UqFND+EpycLlCyk6LTi7K5Qv6B2wPBp6iXMeiUvi/l4ecWnl4P7pt2D4/EVMMCzQxIOKFsBJ4HuQuSJGrhedKIQ9WkYDFcB1dHkGup2NUt/5VshVZIy3yeK/DyRBIFuf3BrqJ/Ozu4Il4Z595Jm23mNqyqn4zHi50ps380EWeCcrDEie7vJ7rUAv7Xq3bNe18pFtLtnUyWqQvPHNK2Q0N2oRBpFNSvtSF7d3uPyFjjGsbW7CCyGSxovshYCLbCf0jjDg8niKXlSJ3bZX0TryLdLFPt4iKF2JAXhTW+LDZrCcHiMwZvuA7HBFhYTXMfPwTJt8mha7Tp7SBljRQf9MLBWSJI5+0jDXoszerHztlFnuvvASuzNqQoZiYZnAIEZwhpf1toi3MJU3pUJJqp/FYvTgAdCoImOP16+eVg3bScfDFSpRw5Z5Qzdk/rdlBgmQ2pSrFEWAuHHb18C5BxAVogaxd7fa/Gq+8jw20CBuG+rSeu/IH8Pf7xN+7jHuPBvmRIvSZKOWDnalmeI4nn6xYVIvumD+rpz6yWlqxa3uLjMC+Gfdr64t3IJTeIzMkWdvA19UNcpKbbYStTp/K/v2UfJ8Uy+U/0eFeVdU0XFoUl6+K/3FfsM9G77UNrhplNNw23We3+YwM3PzmRLxn/xVJhpqDd83rhrFbIjf2ESOHBs1bCSahCWRR9M72e+32LnD3/Itwq66fNjG707r3vaCy4IeoylK14e9BI15zqzyzvPnFTrxnVdvcO3vm3F4+Ir5UcavqfQcVHKN5XD/uT6X3unqHGi/6+qzfXfyrc0wxx4Nxz/Ef5gk2zFiDHDUV/Jk/vn52H+XCSMcBmpbq4/xidZcXdBFPYG+IP5C0ZYPAy7TkjX3cWNs5QfLh7IVNytvBZ39zMzF49kFiVhYSD4X0BCQeXLz8WUKQPOVH0Qhx4EjJy2R0x/hBowoPpvLkQ9WdfAOAs7imcEw1BB8MXjXYKlh1vY0PV6MEovmJch8CQlZdNXAduyaAxKsHTLDB/dkdJxeHvR0x2DvS8NYUVrQRclnwovVDC1M4GTXpqxzYV15EjpeOp5npKavHq0ErwgnuNGRo3b6JEWXnrEzGE1+d8M0tML8vXb7JKfcBlYv+mupyMcM/cjaBITpPMDqHBqhKj+cGHUGTL70mZu3KZx8Scl8/QISqaN5hXJwQiOMb6ZYbj06r56zTBJrr4Z71HJU7Pz/DEfPwAaK16+5gY/gBGkGYtOFVK/KP2Lwm5pcoiT45oC3NzwgX2fIv+MuEA7dn5hAabi9ZciS0XWk8Y5uHV1iclKA4uViJMxGgTV7wWjugxB/i8+vt7c/KL0gV8N0xdb8TXesPUh2EoS84avf70B9O1Z419rI2pIvu+XeeakwOJYUP512e8uxWrVgud+sfwXvl/+bAptr2vb2+oWZdp/S36lv9G0aOT49fLnsBF0uAZjF/xdRrXXLXjuV1/6/fKLktiTTna2711sadXhbl8rTfKfGf594oUmq34BPTzb/2zbNM6p67tuvd/zg4mLmO1v9PCiZEfbG1DbxqnRMJ+vNyxg4iIW+9tlnhtTTnm92d/nh8N5dWHBc9HLoC6D+n8EqilRnpybk7m/wdcCWa7PTZM4s8Vs2ETlcGBSYlGQLLaWpQCcPTSaVlEkCv9g7EtVhepRaLr0TjA1IySMqcomqcqRNHAU7aAyuS7acKSUN4Jt8Lde3Yz2ZuTwm6lnP7J+Tx4HPkh6wyZTsqoHP+Ug5nI2Cgir73saN+S7VurRHZOev5JvVJs5vJwYfs1qLHUJ16PUovG76hOHWNzR33fTkZKLxBQ81oTzAzgzKE7ozDP72rPxHLf9NNGIHKVeiow4f8PEpf65gv5/18h2B8ZJ8Tdge9bH2Ww5gkyANqhDMoOzxjzuwPUmNCaUD1w/PyDm7v/EvIo6tLcBE4Bu3v8P12HZr89ijfsGBfvkE6tkqrZf/ABB8rC/e9J22xzhZHb8dy1o4QHYptDkp7MDpLMuidLkN2i4VtsrGshnCDM1FNtSx0voJfgbzI1JHLI/hEOBjR2GX1yt4pFQ7DM7eb1M4t5b917EWhlShY/WBh0rEps0U8HRsq+aGGo5Qqo47yGOUsfhtUn6qecv46UYXbVSHMSubSPidhk6cb8ph9BnXFHy5M6WnWVKfZ5BLDmAirSDIIDGCfACGhlaMHsqe3ZfgaqqJHy8c6v8khwFrtVuZHpxTQtjJt7wLmV9wgVPuHNvbS3B5xCGyQFz78NLACk1GiSXsfmuh+CiHgGuEItZtpxqdshTzFQlbvwKyfHPcMh5J0NObagVAaUGMQFRphdXi1s1dKCfPM1FP2xoOeyl2TCZLZsTjfTpFAOnGjVgqNfBQUdurgFtPaRNh4y0QMMvSasI7Z+ekp9/jE+HCx+8uPWnCglvBlNhUKoEQ4hv620/T1wlozee7NVhPP4h3pB8PFl8S/MkfE+7EU7xidG+ps6pjU67w2S61IO9/fb4XFFKvwgIGloQGWTwNOQeqMkv6HTY6WPw3aFapQoK0bFCqt2zJB8lcasSWYExrP5Lt3/bniaEJhwef68l6V2CLixBh5cwCuNpFPi+7haXVGo5prpWCJRUk+vLL4XvU1CQOxoBg0zMOMTu6DL0oob+ZvjEeDqLzDQyHU9yqO1ViI6x0VlPoJj4lTfSKM+1wdFyEiwhsW4zpP+TA/zrWhDla+C6mXTxO0bcUfvofYAW/AZ3FEp6c5TJZiBDgtGmn4ryB8iZCLUdSPTR2zoQX4SntBThwX4dJTBYxKqEGjwvf91yM/UNIE/jBzO/KD+Yuq0bgspk2pSE2G5enFBuIBIjKj6xM18rxIBnhOLv+wjgFpT7vtmumTzFAyJb/pOt/Tku+9820cuPLT+2/Nj/P491bvauZtRQ9WYyHgsaMOsNYPEJBcR52xiowdpHdxi8SgP64cI98bpsXjYoFzGunuIoES44ERXFKzAcGog7PKAacAY36xP/I5Cqq2xusTmq57MhQlQJE+zWW3RrIz6Tyrv/15DMk5sXcj28mzY3qrim/CGtxxCGwjP+/eLff4/toh4/RnNqaMrus88GuSFR/C1A8Ak1tTtfKvoFqFbi39JjeqCLWw+I/0/bwKX/l7aBL+y4ydsWP227+DZF8d4oSBXvhkXTej6bPbzt7c6HS2zR+K+EjtOxzBas7kxGlWCEi9aJviXqA3o2RULqbvBp26yU9oEbvpld9U/VJeyXoMl3QrEpTadB3Ht8tjBtXnrR3ati3zlFruiMQ8hpkCV3G0s3cAGlV0BaK5bYBIq4b8fzXHKaSYDyJfaB9GyUuR4PjNqMRy6xkVbse2qZlGVSlkn57yCl+7lmLe1K/WOifkTo3EhOkD7vwIulE9GAwxyk4YEG1VQ4tWqWd2JFE5UrJ4bSmdJKJZMrbDpkOzQnzRY3dMR3R3gFt6ow3rmTaORGt9BBpaYKbxL7wz1U30VBiAUMxzErpskbkCAuk509YJcklNjn4zZtcZxMRvWwkVt7AdV50Y3g8RuDPKdjrql+A0FK2N538KQ/SU5Hy8uCGTKLERHf+offFnx4jrFMyGgZfXqoUsHlJL6EE8Soqs6CGpnqxpaR/xGQaqGJv9tFfayXJF2Vj5/EFBUhiAyyq0zKEpxcw+MkoTJhDUuxapOXmSkyEZ2Wb+A1CazSJdGFRFOr9nYHiGc2BIgaMD8+t4oXWk/i9HSQZ47CR200c5Lkt0yo4vCFqIoCeAOcmyEDIUwMXi7KuLddzpyJWLute2YmSDd2Jh5CYZNqnZLFPQ8xERFIiEUEMqJ2I3V0KXO+dRtXAjLOSkhMp1W4T8oBxPVL1iAsJsgVUvwm0o9ENqfqaJHSKmrgJmIbGBsH6ybHVDr9jHCTPkAVBweqkrbkU5POYliXuUzH0xSwEY5LEUpBjnyW8WxuPwNm0NeovoRspshzZZOclr5vB3Zbg1YwbDw+/sKdGqIpkzP3uObvewJyY+jsfGzfysRpc9dubI/5we4wq5qSbQcSheS7k65Ipe3Cl8sC8IQ2Lk9kqgr1+uNCwpCL1tg7NQA8trcHenn1uwVCEnKlEeNX9Hpa1Nv56ivrtkbHlKV4zYKuCwFJ6qWygBZoiceWYKddnCPNikF0AJgEKdPUdKU2xb9VgMxj5p1rme+u7XdtSVu83p+ZcI2bbmHOvXLjJoSGETEtZRpbAxOtvVhtB2KnzU2cpB9FJhzh/4NSRgeh6KY3KNxc2D2IGgHZ3eTHeEV4w5YZn6PhKlMHTZD+HRHj2Yo0B+cHGzoqRKxIncEI8bv5xii9/pQ3+CVcvQSPpeARJaVP6jfcEbg0IWGrGppvT+ULt1PiEsyhlmNOoW19BuAwZ/61lIqhpMtDHWQYBa7ejvKcpdKvpWm5Z/iH1QbfgmQKyXTDcTRaaahFAIxZroeTSm6YOa+14QlhTjeiVpQ6udTqm5N5q8dfAeOWODvykzFZ4pDbDac1XLWM6NU60btkTPPDri2x8ZKZe51LCoRgOZ+oOKaeU1uLvw2eWOJEiQfx3KHPRsaRLZlsw+ln84/IQZPCipckUI5HoL9mzgEuBwUAEbU9heSllOsmT7l2vdWdfZcSJ7Sj2wop5ZAxFy4zn8vV6RMwmD57hrxaVadr6lZoCH7xzRm6xSVeOQKqA7KiPPVzR4xkowOjUVJuDVhg5Myg3h+yULOlzPJ7I55ZDohG8k4CfmxSQMmQsBQo4PS4+khat/BS0yF40/UIAmjXrvkki3M4V4JgYFEzfK/RUsfTtHmoQ9LlyV2+WXq6tAYJagaJZ4ItH2xp6px6G6q55MpieFNxjcbcc31wK0aT78oAqc0MWBOWQhRSI1X4FGPw/4CXOgX1ldDS9NB6QugUQWhHKiLq3WuutZxpURT3bli/DtjhupRwjKT8d8npMinLpCyTskzK/zYpeUIgGME5BsuZx/b/h4Rejdbbkp17QfjcEscPPuwhQjZJWkclLBH7p4VODL08biiw33bxs5Tnbg5rXRF+UNewxFosdBlnT+68vfLWEsfM9z+HZpgKHPcgLeGMlDIjKvdw6bNawsPdeq9tdW/lTjXIEidhJYg1LjeFHxjmLMFIqymZnL/4JNMqlkigEobddlsKHL9ts8RJ2pywpFcPLghbuCwhEA1QVfT9lTtf5C5xlPWVLv4kl71KhUuUeUiVaHMbPskPxxfP3l6czCTv4bJ3Gf5l+JfhX4Z/Gf5l+JfhX4Z/Gf5l+JfhX4Z/Gf5l+JfhX4Z/Gf5l+JfhX4Z/Gf5l+JfhX4Z/Gf5l+JfhX4Z/Gf5l+JfhX4Z/Gf5l+P8L4K9lUYKO6rI+j1FeYMhE8qTgJL/jHpyz44KWKV/7lYZg59/2EM7LFHEFwvNL69GKT8OHN/tygf3cfTQU++H74IyeOl5fstCp55rbM2Irt3G5UCMZn7WG9tjzKIL3Hlzwk66Y5+qM+Y3SROxw1sJWquHSv/UL+N40gG9MzSFiWwhhC9+Jn9qv4vb91sfkezuGVe2exUcs8VaWeohMg4UffvA0/LVHwPdGAYL59R6Uq73acfxpPw/Y8z80jN0rq7N3mhnGXvjh7bjfer/96PhQvD6m1OzssMwGj58HPL3q144L39ou6H5y50y7r8469Wv33hWrFHi8O8vvuBTvzA4J6pmu2ffTY9b+/5kN10+13785mlf702fR/3lF5y96vwD/7fFzJ99Swd9efvz+4mTdfhG73BMBD3NrR1t+W9CiwuBhn0ybGysC6rNGjgL159pQcvofo0Rl5CLGMXnzSLwkSlXOV7dP/Jgi6q+55oXPMt7Unc0MuwJtNQfatBqTp1DsD6hj0LYKttZ9WcQIy5VcMVoZur9pZq4DGzlzyX3mUt7a3QS9MFooGdLfARQqdNbwXoiH/76Pky2q7pStswHR0WmJuNKAN/o45D5i7T+7MU8Gro31PyTO0c8l0xKOwrweiN2T1JQLKdNCIznvthuExRPNcexxInt8sMWdPclAstKxs+n1QUxcUC8skkkGYj+4oHuz1Huej17a6BaaQ8+abfXts50fmtpAtnqjkfmYzoRPpffDOirGp8KfHULNd4bvAjIHVosOF06VZYZT33VXjT0jd7JrKyhQSujeE9/f3XQ4V9t+i422aC/HMQlUJuG9jCru9C3f1z3kSkoNRl7WG3lzQyOZANNwBe1TQvcz4P0hGgk13kwFlO6kHnkrf0IR/h9tfcTA6siB91h0BjGtRzP+AZxf+q+pLGZzVvUs54E//wZKZXxP5Ie4yA/eQpL4xjStfbjSYUUXE60XK6/OcAqGx9Ou0jsDocBhOXMXfxdjh8JH9jUpYy9d7eXwFKxvmUiV65Xv3UvkpW5khpISTm6nqcA6HzY/2NKYjdLJJGcGzSavB+2G3+7QClx79D09babxn73siMPJ4jrqSZbeYIFI7bDTee9v4L3Ga0+0rbxsh+28IjZ4kFllyewJEHdqhEpykj7m6vmqCJ0kPzXuuSPxpO5sHI7XcBK4zrgbk4Mcr0FVxJat+tALTvAPzMyLRlZ1Np9vLlRGgfsZl7PUR3FfRcpWkKS3rggy0TmvHvCmiMGVoVlSZd/D+uzytaDgWo2AnmjEyY9iEoPT5huT9A4He/e6pvipdjjoi6oPohBFq+6nDZS/3SB+qLR469OEIdpzY36hsbeSAcPPc4MINqb0PrNed6234btUxjvDYWi2tfa+id3BZ10fcbGtqKIW9YRC8ocTvnaJ9pTv0xnctL1XEnWy5Vwj3K1HWxWOTS5waqREI28ZmSpPZBuZ5ocW9Rt4svgb31UWzLlPvgNAq4Af8ZlVUt7526db5MkOHzH0M6eZdtZnnh2KsIigkl/iH03PBJIphZHxgXqmKHJwv4bz9PmqOdD395FJPoIaWFXcHINQ8G/vG2qu6FwkSVHJubTiXbARTlYAgO+bv61nJH6mgXIAWcV6gggwwu1QiEa2cKqn2kVrquae1AxDZKxgTDaVw564frkAP0ivYt241zf6/MsMHEDa7HMVFItQOd3bzx2/44wBbfuJ8lHM+Sp58vpoZOjh5lxGW7yYQp8/+ZpmdG846G2mfxJtMtkntASGQs7MTRa17epXADsOh+54ManaVsJoii8qZfT4kYk1ZjhthfIalDmwJabvKq0KO18VpwobXBuHdgsfKQ6ZrJ3WO2NvUMHQTQJr4/r2u8zdP+aMekWpzNoxmu32tUnbiYHZ4az+GmuoPZY4XZulsrmGSu0mMmaJCLadJ27VWlA7tkR1LXyirEd3i3MovTey2dycwHJsSVMzS25jnzrMZHRm+b2d6pSBsleffK399BI9cnsLmm4SL04057dUOX3qCW7yuT4a3xCW6nmQX6wF3M69MNsFerkS3Qrf1T8+dQ0/eTsayXMLBjCKv3tERzkri9WVRTkV6PyewWRqTTuQ+LL292fiMezK8nLBFnzJtFZvZJeq8+g/Vl/W8EnDmmX/js6sDdmIPw34NxF/xpIBGXGX1bXVNMKphHg3mJyvPIvIf5HjBnrhdmxDuapBOaF82nKA3oJ4YVpAzt5M64pOtMMKiXYHYF7dhcNnT2SpvPMjpxJd18qSyoS0CKyDyQVouUZwS59ZxGNiaC9aNxXq+SzA8tbcHYBBnVsEpTTk/UcaBx/srTvVqqFJ9op7Wqk53huecQPYBzGgOVgJSL0xwvFar8Unb59Ke1zU2PsQ3aPKcbxrd6rxi5T4CAZO5diB7/iyAFXhPVRD2vz4JH1GdlITMaWJHQ55CB5OKGqk3qTI4INxuEovF6bmvE53Kmp81gumm1qBG8JQ1HHnGzrI+61cg3rlphN70OeRRfgw8hhNh5ZLZrTf1evrqXaPlSenGuGkDpW701dZ3npf+CoX2KryZ7z1QO/6i6HNzZNkaNZ8b9thduo9880mey4IbejGh+MdmFU7m+L9/YE06cAptF3Z6CC9EkvVxWa6f3EiGmLUK2dGqGA87lb4Ucy+G6j+QSt4AzWFkpGDa6DeV7/Pkqtg6+VTtgZuMXrvVJaZ2FrZ3oERsSOFjM74uTuza+Hj10UxZ6SALf06Cq/jUXaolINvZ2TZ1/y75yM/9ywpcEsvmV43Erxuj4jM/BapkTPz8c3zlcBzOZGhhfUolaCICbCsQwnCnh+gMuverrTpfZ8aOE8ukMH65jxDfAYS3ZmkggPIsuTXSh0BHXVnn76NRg5R48X3l8jWqVxwkIOOM+rLikt6KWJ4nBkzMLiZX6/KJpio3UNtgsApMzZGuMqpcjDpXzKDIPUuf1W6Xf8QtHgYUoRas9kxjteAZZOl1A3apncY4JkA9EHmgJ7mX0EJH8+iDzCL9VIvBjlWWSZj1quFrwaMURKvJplJVD43t+CyMrg//Vsje3vBcOb1a2A+kx5Fceyw7FoQaQzBa89X6CrsbGTak10sorKVy56aIFyt7bBeVN1ZTNElzYhoZAXVDl8WQ+4MHHkor3D69BtfeBU3vLlqmnLwRLVgWKC/x55UqEEFWrW088iT8nxXaDJkHHNQoub5vPfpN/WUWs2vrmqgUGT8xoMi1EnsWtzF/frOhuJrDVrkFZTIFLhsO7ibkATWiUSnMMoS77F2tyvN2er4MF7nCIBonXcFKSw90pizqooj9aHfoKVMVe8gBuZia2Taa9Z+R55skUxT5Uyqfu7XK9gwqVErVe6TGFBtCnFfl7EWVMbebxYxdSd1N6NvTZtcTy66KKM74a9prbKbDu/33mC8SR+jP0794iHGNIqndQiK5Vlz8IKav3zS/VT7LfSVZjASobM6xzO218qlzA4Nny0/uNaQhKX4KDqrxumHrHNWUq1kg59Y6bKD30Ju5QR75xedr0mrgHGtLjpJCMTmbB5S2bI76++9L/SOjmLAZR9LehT+EcpH6c99GDQGzr0YrAeyP1bp93PYDGAkE49gnkAakuciD7nN6W4OCSG+DQj2LgE7a+QKi5kKge6GyUXkNue6bkb234KU2vl/7X+4eaZutX7xWI1i+1RDJ/wFlwZOeNNctmLAMWxmSVBNybYJ6KxSGpfkMez41Rs5gbNNGf6VYh0H4soSK2v2eNcogMeYLWi4Gbwdsc6nhuwzBrvRU4+zg1eXeJOztxXVzo0O5kSO5qwXt+N/bZMFnO/EB+IaOrWUnEPJe6vmvQc6RR/Rjemv20un1QN0+is1HbofjlQCHzgb4R55lqgk5BBC0vGQ0YyWkEG3WAClZk+gRF+gnlv5fFjjV/0p3/uxF0o8vwZEqGl7h2E0+WGNCzmnmhWDHCp7uyAj1PyQ2flBULLjxAMt+strUOzqcs2bqJu7VmVMezm+SUIWX50eylbM81AIdme2EpmtXWJgQOA3AmM+E0gYcn/fGR7WPLnOAJVdT2E6763ZA3CrRfrUrPJmHUvR43uajQLrBTo+FtIg9VNcs7k+rSC88i1xx7eE6OTAPSDrQ8FTZMGtP3K4fsm5+FTVH1Y1Jd6ygSW3pNUjx+BvyyKxPQ/J7bScYC1V4NRkyPvpJOS0ubmTn3gRyC9Ird8t8lVhRM0FB3HviwkF3TJVrskYIZBb6OCldDQyoycBMl4GZLUB9Zg0IIc2yOs7DVtvF2MwE2NQEbbmKvHV3vhtwURR9JB6TqSaqs2EjacpjFjaPDdJdabeqPDdZMK8rb9xw/GaBp8x9d31SBtVYtWezkrK1GgotvdrNGKIqxsrwtbOE5/hqZrqs/ob/2ygFqifYKEPenn19a0ouTXc2RAp693QUHulpfqo4zQ1l8LEj4qrqp/cchCZGH7r3/YH9sz1cuVFG9f2hKWq5pycrgl48EoOMb51jQTAOCBfHizu3ZAeiovwyq+/HHqWM1fEmXv/uIY2cLa1iPmsSCZyBB15OF7dIb4tevsWXHDy4+G4FkUj0whHk/Rks9GePs/97B63vI7A/nBXUju5V3hNezletMOmZz3weLI4ClIDfvca3PUwroc1+d3wBnwxvME+3oisqlSa8/naVHwYGkWeyuIwC8UUTs3WcSPTXS+y81IMaBIGkCmcekvy1mu501aJM91nLU7HzV4Fzorz3qXqviXrbBBaHmjAYMmNBEdQSLmM3Phb4mOa0H/z/okgEh/2vAaPsdsHj+Z1ZYaf1rMqnx9K/Zrq7BSBzb3Kqg3xxNnJlkeuzqDQj8JIElXGXM8yylKXC3t3ldp1BTI6tHXMdTMPzj8/5+NW1Tcm2kX7OmfF+AYns5XUjVCIcoOw0vNJFSynTSZvyFqSXp1XB9GtKtBA34ufDWi3CO+FVsbO1s6HHEXsGAGkxD7S3If+W/cjOlU3frvnWpQ8ObIWH8f9qwKd+omtXTyt1zfPtroV9DceM631dgLt9q1tPujjdBGCZUdFQ+yxHdP/ZhXsp/+bJU6Y4qZrQbsNA9+0mJtLKTfh3Zw2FB10pz5zwB6NRaciZS8IgUZjkJ2Qv1jGeyfAY6sz8YNojIrCVwIvRFVxffVVa5YOqTQD0fKmVJcwiqcxp4hBbEKtrbKqivZkjj2qpmvYndnoXi1xooFT5G63IYgOQMS+cVcBaLwQ8369GkDbVDEKvIyuJhC4Iby7xe6ThrjQb7Wlgd2RBnlsvU/XpoIcse9k7qEq3zGmC/ZTIk82u+b72ekaofPbI+mPs2rCUDHjWe4sDHAeU09l9VHXgAS5sS43fsWm0+Eq4QJ7DFivDOBjr0vCxzxgCDz8NGtgSov5qMSngYL86i4Zgl5xEY0yH50IAOoazNBOnEsLuSBUhiYT9EYeGsG1rveUTqDvGxhwpgwQoZz5fgQkTRxMTrNou1IzD0w6xR7wlyu6lOd3DEJoHRvXTVod9IRxb/hbdpwq+HBj+k6l9zegbqCNsucz4Ydld7uea2W6HFoNUNja8sdEnjtrdEufMhmNmEUTYwE/bK7NOTBr4OcKD5touGvflX/nOb3e7JeVH+Knxs2Nka13ydn9EiPyClYupXfDDm95BH6UVwqBi1vAZuqB+g2pczPUuWwlLN0fGzx19mKFZfwdPte55ydklBdUEjL2qb3UnboWdjJ4d3h/kcFUDUa5qan3SRM4K2Kisn61wcwTY6Zj+5AvTCVw82y3brDl379UfkxWRSPfuO8G0A5/SmN99Py5MFSh+rnooWO+VGWqD32u7fyRl4CfajyvBOXmCCG14K3Krb8Wmi5E5WmKAXDGvEbTbwysD/+95xrfr19GtLU+9AOCPYzgBxzT/PUz6YrwVVc9dc/N9ItWgf5xumb56w2FXYbeG2kQCe8GPDcRRrjDJ88+F5juhNX/8rVMatZg3vc/0aySxd1nJkKwEbzvZ+DfVCah/tuXSq3iUnzQW7IFxVnNoHRVKD3EpK3g/jt80Mqk8IBH9P8CUEsDBBQAAgAIAJSw9Ui46rdwSQAAAGoAAAAbAAAAdW5pdmVyc2FsL3VuaXZlcnNhbC5wbmcueG1ss7GvyM1RKEstKs7Mz7NVMtQzULK34+WyKShKLctMLVeoAIoZ6RlAgJJCJSq3PDOlJMNWydwcSSwjNTM9o8RWydTcEi6oDzQSAFBLAQIAABQAAgAIAEOUV0cNwDEewAEAANoDAAAPAAAAAAAAAAEAAAAAAAAAAABub25lL3BsYXllci54bWxQSwECAAAUAAIACACTsPVIFQ6tKGQEAAAHEQAAHQAAAAAAAAABAAAAAADtAQAAdW5pdmVyc2FsL2NvbW1vbl9tZXNzYWdlcy5sbmdQSwECAAAUAAIACACTsPVIqok5BfEDAAAsEQAAJwAAAAAAAAABAAAAAACMBgAAdW5pdmVyc2FsL2ZsYXNoX3B1Ymxpc2hpbmdfc2V0dGluZ3MueG1sUEsBAgAAFAACAAgAk7D1SCyqiduxAgAAVAoAACEAAAAAAAAAAQAAAAAAwgoAAHVuaXZlcnNhbC9mbGFzaF9za2luX3NldHRpbmdzLnhtbFBLAQIAABQAAgAIAJOw9UiYwI4lxwMAAD0QAAAmAAAAAAAAAAEAAAAAALINAAB1bml2ZXJzYWwvaHRtbF9wdWJsaXNoaW5nX3NldHRpbmdzLnhtbFBLAQIAABQAAgAIAJOw9Uj4YrFrhAEAAP8FAAAfAAAAAAAAAAEAAAAAAL0RAAB1bml2ZXJzYWwvaHRtbF9za2luX3NldHRpbmdzLmpzUEsBAgAAFAACAAgAk7D1SD08L9HBAAAA5QEAABoAAAAAAAAAAQAAAAAAfhMAAHVuaXZlcnNhbC9pMThuX3ByZXNldHMueG1sUEsBAgAAFAACAAgAk7D1SJtte1tgAAAAZQAAABwAAAAAAAAAAQAAAAAAdxQAAHVuaXZlcnNhbC9sb2NhbF9zZXR0aW5ncy54bWxQSwECAAAUAAIACAD3klNHI7RO+/sCAACwCAAAFAAAAAAAAAABAAAAAAARFQAAdW5pdmVyc2FsL3BsYXllci54bWxQSwECAAAUAAIACACTsPVIOKfINGIJAAA1PgAAKQAAAAAAAAABAAAAAAA+GAAAdW5pdmVyc2FsL3NraW5fY3VzdG9taXphdGlvbl9zZXR0aW5ncy54bWxQSwECAAAUAAIACACUsPVILoBvDoQrAABkawAAFwAAAAAAAAAAAAAAAADnIQAAdW5pdmVyc2FsL3VuaXZlcnNhbC5wbmdQSwECAAAUAAIACACUsPVIuOq3cEkAAABqAAAAGwAAAAAAAAABAAAAAACgTQAAdW5pdmVyc2FsL3VuaXZlcnNhbC5wbmcueG1sUEsFBgAAAAAMAAwAhgMAACJOAAAAAA=="/>
  <p:tag name="ISPRING_PRESENTATION_TITLE" val="2018欧美扁平化商务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SlideImag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@Subtitle}"/>
  <p:tag name="SMARTREAD" val="{@Subtitl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 PAG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BJEC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HAPETYPE" val="PresentationDisclaimer"/>
  <p:tag name="SMARTISVISIBLE" val="{@PresentationDisclaimer}!=No Disclaimer"/>
  <p:tag name="SMARTWRITE" val="{@PresentationDisclaimerText}"/>
  <p:tag name="SMARTOBJECT" val="Disclaim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@Draft stamp}"/>
  <p:tag name="SMARTISVISIBLE" val="{@Show Draft stamp} = Yes"/>
  <p:tag name="SMARTREAD" val="{@Draft stamp}"/>
  <p:tag name="SMARTOBJECT" val="Draft stamp Default Cover v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@Report date}"/>
  <p:tag name="SMARTREAD" val="{@Report date}"/>
  <p:tag name="SMARTLINKEDSHAPEID" val="SideBar"/>
  <p:tag name="SMARTOBJECT" val="Report date Default Cover v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WRITE" val="{@Title}"/>
  <p:tag name="SMARTREAD" val="{@Title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jjKwKmteTkkbYM_UO1d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8*110"/>
  <p:tag name="TABLE_ENDDRAG_RECT" val="513*381*398*11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123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-apple-system</vt:lpstr>
      <vt:lpstr>阿里巴巴普惠体</vt:lpstr>
      <vt:lpstr>楷体</vt:lpstr>
      <vt:lpstr>微软雅黑</vt:lpstr>
      <vt:lpstr>Arial</vt:lpstr>
      <vt:lpstr>Arial Narrow</vt:lpstr>
      <vt:lpstr>Calibri</vt:lpstr>
      <vt:lpstr>Calibri Light</vt:lpstr>
      <vt:lpstr>Franklin Gothic Medium Cond</vt:lpstr>
      <vt:lpstr>Segoe UI</vt:lpstr>
      <vt:lpstr>Verdana Pro Light</vt:lpstr>
      <vt:lpstr>Office 主题</vt:lpstr>
      <vt:lpstr>5_Office 主题</vt:lpstr>
      <vt:lpstr>1_Office 主题​​</vt:lpstr>
      <vt:lpstr>think-cell Slide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</dc:title>
  <dc:creator>Administrator</dc:creator>
  <cp:lastModifiedBy>TYLER TANG</cp:lastModifiedBy>
  <cp:revision>73</cp:revision>
  <dcterms:created xsi:type="dcterms:W3CDTF">2025-10-11T05:20:58Z</dcterms:created>
  <dcterms:modified xsi:type="dcterms:W3CDTF">2026-01-21T10:25:16Z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0989030CAB9A103021E8E968F5B37C0E_43</vt:lpwstr>
  </property>
  <property fmtid="{D5CDD505-2E9C-101B-9397-08002B2CF9AE}" pid="3" name="KSOProductBuildVer">
    <vt:lpwstr>2052-12.1.21861.21861</vt:lpwstr>
  </property>
</Properties>
</file>