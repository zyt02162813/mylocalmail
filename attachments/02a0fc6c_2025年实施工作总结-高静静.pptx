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0" Type="http://schemas.openxmlformats.org/officeDocument/2006/relationships/notesSlide" Target="../notesSlides/notesSlide2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image" Target="../media/image6.svg"/><Relationship Id="rId15" Type="http://schemas.openxmlformats.org/officeDocument/2006/relationships/image" Target="../media/image5.png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4.sv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7" Type="http://schemas.openxmlformats.org/officeDocument/2006/relationships/notesSlide" Target="../notesSlides/notesSlide4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36.xml"/><Relationship Id="rId24" Type="http://schemas.openxmlformats.org/officeDocument/2006/relationships/tags" Target="../tags/tag35.xml"/><Relationship Id="rId23" Type="http://schemas.openxmlformats.org/officeDocument/2006/relationships/image" Target="../media/image20.svg"/><Relationship Id="rId22" Type="http://schemas.openxmlformats.org/officeDocument/2006/relationships/image" Target="../media/image19.png"/><Relationship Id="rId21" Type="http://schemas.openxmlformats.org/officeDocument/2006/relationships/tags" Target="../tags/tag34.xml"/><Relationship Id="rId20" Type="http://schemas.openxmlformats.org/officeDocument/2006/relationships/tags" Target="../tags/tag33.xml"/><Relationship Id="rId2" Type="http://schemas.openxmlformats.org/officeDocument/2006/relationships/tags" Target="../tags/tag21.xml"/><Relationship Id="rId19" Type="http://schemas.openxmlformats.org/officeDocument/2006/relationships/tags" Target="../tags/tag32.xml"/><Relationship Id="rId18" Type="http://schemas.openxmlformats.org/officeDocument/2006/relationships/tags" Target="../tags/tag31.xml"/><Relationship Id="rId17" Type="http://schemas.openxmlformats.org/officeDocument/2006/relationships/image" Target="../media/image18.svg"/><Relationship Id="rId16" Type="http://schemas.openxmlformats.org/officeDocument/2006/relationships/image" Target="../media/image17.png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image" Target="../media/image16.svg"/><Relationship Id="rId1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286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2025年实施工作总结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588000" y="3365500"/>
            <a:ext cx="1016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汇报人：高静静 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述职报告：项目成果展示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460500"/>
            <a:ext cx="762000" cy="381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1016000" y="2159000"/>
            <a:ext cx="3302000" cy="2794000"/>
          </a:xfrm>
          <a:prstGeom prst="roundRect">
            <a:avLst>
              <a:gd name="adj" fmla="val 363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2413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270000" y="2984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医学项目全流程管理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270000" y="3429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实现D类项目启动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、合同、报销等环节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系统管控，提升D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类医学研究项目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预算执行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合规性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4826000" y="2159000"/>
            <a:ext cx="3302000" cy="2794000"/>
          </a:xfrm>
          <a:prstGeom prst="roundRect">
            <a:avLst>
              <a:gd name="adj" fmla="val 363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80000" y="2413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5080000" y="2984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拜访用餐与美团对接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5080000" y="3429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代表拜访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用餐流程，引入第三方审核水单，提升拜访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用餐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真实性与证据链完整性。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8636000" y="2159000"/>
            <a:ext cx="3302000" cy="2794000"/>
          </a:xfrm>
          <a:prstGeom prst="roundRect">
            <a:avLst>
              <a:gd name="adj" fmla="val 363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90000" y="2413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7"/>
            </p:custDataLst>
          </p:nvPr>
        </p:nvSpPr>
        <p:spPr>
          <a:xfrm>
            <a:off x="8890000" y="2984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报销关联商务卡流水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8890000" y="3429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确保报销数据真实可追溯，</a:t>
            </a:r>
            <a:r>
              <a:rPr 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规避</a:t>
            </a:r>
            <a:r>
              <a:rPr lang="zh-CN" alt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报销</a:t>
            </a:r>
            <a:r>
              <a:rPr lang="en-US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，提升流程合规性。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297">
            <a:off x="1016004" y="532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5588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通过三大核心项目，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强化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华东三方活动管理、拜访用餐管理、对私报销管理等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业务流程的合规化管理。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述职报告：项目成果展示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422400"/>
            <a:ext cx="762000" cy="381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4"/>
            </p:custDataLst>
          </p:nvPr>
        </p:nvSpPr>
        <p:spPr>
          <a:xfrm>
            <a:off x="1625600" y="22098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学术会议费用可视化管理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625600" y="2667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通过图表、报表等形式直观呈现费用支出明细、占比情况，帮助管理层更好地掌握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学术会议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费用使用动态。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6"/>
            </p:custDataLst>
          </p:nvPr>
        </p:nvCxnSpPr>
        <p:spPr>
          <a:xfrm rot="5371352">
            <a:off x="5334000" y="29146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2159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0"/>
            </p:custDataLst>
          </p:nvPr>
        </p:nvSpPr>
        <p:spPr>
          <a:xfrm>
            <a:off x="7213600" y="22098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日常需求对接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11"/>
            </p:custDataLst>
          </p:nvPr>
        </p:nvSpPr>
        <p:spPr>
          <a:xfrm>
            <a:off x="7213600" y="2667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华东和丸红需求对接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人，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及时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响应内外部需求，协调资源推进落地，提升需求满足率。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4297">
            <a:off x="1016004" y="418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000" y="4572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5974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关键贡献与价值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5029200"/>
            <a:ext cx="965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通过高效沟通保障业务流畅，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推进日常</a:t>
            </a:r>
            <a:r>
              <a:rPr lang="en-US" altLang="zh-CN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</a:t>
            </a: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需求落地上线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述职报告：反思与成长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460500"/>
            <a:ext cx="762000" cy="381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反思：存在的不足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16000" y="2603500"/>
            <a:ext cx="4826000" cy="15240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9200" y="28067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727200" y="2819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计划性不强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715135" y="3150235"/>
            <a:ext cx="4126230" cy="9671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部分工作缺乏系统性规划，对任务优先级排序不够清晰，有时会出现被动应对突发情况的局面，导致部分工作推进节奏不均衡，效率有待进一步提升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016000" y="4318000"/>
            <a:ext cx="4826000" cy="15240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19200" y="4521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1727200" y="45339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业务知识不足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1727200" y="4879975"/>
            <a:ext cx="3810000" cy="8724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对医药行业的业务知识掌握不够扎实，面对客户复杂的业务场景时，有时无法快速精准地理解深层需求，影响解决方案的设计效率与针对性。</a:t>
            </a:r>
            <a:endParaRPr lang="en-US" sz="1100"/>
          </a:p>
        </p:txBody>
      </p:sp>
      <p:cxnSp>
        <p:nvCxnSpPr>
          <p:cNvPr id="13" name="Connector 13"/>
          <p:cNvCxnSpPr/>
          <p:nvPr>
            <p:custDataLst>
              <p:tags r:id="rId13"/>
            </p:custDataLst>
          </p:nvPr>
        </p:nvCxnSpPr>
        <p:spPr>
          <a:xfrm rot="5388540">
            <a:off x="4191000" y="3930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604000" y="20320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成长：改进与提升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6604000" y="2603500"/>
            <a:ext cx="4826000" cy="15240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07200" y="28067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7315200" y="2819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增强工作计划性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7315200" y="3167380"/>
            <a:ext cx="4044950" cy="8921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养成每周梳理工作的习惯，明确核心任务与时间节点，合理分配工作精力，提前预判潜在风险，制定应对预案，提升工作的主动性与条理性。</a:t>
            </a:r>
            <a:endParaRPr lang="zh-CN" alt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0"/>
            </p:custDataLst>
          </p:nvPr>
        </p:nvSpPr>
        <p:spPr>
          <a:xfrm>
            <a:off x="6604000" y="4318000"/>
            <a:ext cx="4826000" cy="15240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07200" y="45212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4"/>
            </p:custDataLst>
          </p:nvPr>
        </p:nvSpPr>
        <p:spPr>
          <a:xfrm>
            <a:off x="7315200" y="45339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主动补充业务知识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5"/>
            </p:custDataLst>
          </p:nvPr>
        </p:nvSpPr>
        <p:spPr>
          <a:xfrm>
            <a:off x="7315200" y="4838700"/>
            <a:ext cx="4114800" cy="11258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聚焦医药行业合规管理、核心业务流程，通过参与内部培训、向资深同事请教等方式，系统性补充业务知识，结合项目实践深化理解，提升业务解读能力。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2026年工作计划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473200"/>
            <a:ext cx="762000" cy="381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2032000"/>
            <a:ext cx="9652000" cy="2794000"/>
          </a:xfrm>
          <a:prstGeom prst="roundRect">
            <a:avLst>
              <a:gd name="adj" fmla="val 5454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778000" y="2191385"/>
            <a:ext cx="863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sz="16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sz="16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将以雷允上项目积累的经验为基础，持续深耕医药行业，把握行业合规管理及客户核心需求，为客户提供更专业、更贴合业务场景的解决方案。主动对接客户后续需求，助力客户</a:t>
            </a:r>
            <a:r>
              <a:rPr lang="zh-CN" altLang="en-US" sz="16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合规管理流程优化</a:t>
            </a:r>
            <a:r>
              <a:rPr lang="en-US" sz="16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，实现与客户的共同成长。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523">
            <a:off x="1270004" y="5073650"/>
            <a:ext cx="965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32000" y="5397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463800" y="5397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深耕医药行业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0" y="5397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765800" y="5397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强化合规理念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36000" y="5397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067800" y="5397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共筑客户价值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0,&quot;left&quot;:80,&quot;top&quot;:170,&quot;width&quot;:860}"/>
</p:tagLst>
</file>

<file path=ppt/tags/tag2.xml><?xml version="1.0" encoding="utf-8"?>
<p:tagLst xmlns:p="http://schemas.openxmlformats.org/presentationml/2006/main">
  <p:tag name="KSO_WM_DIAGRAM_VIRTUALLY_FRAME" val="{&quot;height&quot;:220,&quot;left&quot;:80,&quot;top&quot;:170,&quot;width&quot;:860}"/>
</p:tagLst>
</file>

<file path=ppt/tags/tag3.xml><?xml version="1.0" encoding="utf-8"?>
<p:tagLst xmlns:p="http://schemas.openxmlformats.org/presentationml/2006/main">
  <p:tag name="KSO_WM_DIAGRAM_VIRTUALLY_FRAME" val="{&quot;height&quot;:220,&quot;left&quot;:80,&quot;top&quot;:170,&quot;width&quot;:860}"/>
</p:tagLst>
</file>

<file path=ppt/tags/tag4.xml><?xml version="1.0" encoding="utf-8"?>
<p:tagLst xmlns:p="http://schemas.openxmlformats.org/presentationml/2006/main">
  <p:tag name="KSO_WM_DIAGRAM_VIRTUALLY_FRAME" val="{&quot;height&quot;:220,&quot;left&quot;:80,&quot;top&quot;:170,&quot;width&quot;:860}"/>
</p:tagLst>
</file>

<file path=ppt/tags/tag5.xml><?xml version="1.0" encoding="utf-8"?>
<p:tagLst xmlns:p="http://schemas.openxmlformats.org/presentationml/2006/main">
  <p:tag name="KSO_WM_DIAGRAM_VIRTUALLY_FRAME" val="{&quot;height&quot;:220,&quot;left&quot;:80,&quot;top&quot;:170,&quot;width&quot;:860}"/>
</p:tagLst>
</file>

<file path=ppt/tags/tag6.xml><?xml version="1.0" encoding="utf-8"?>
<p:tagLst xmlns:p="http://schemas.openxmlformats.org/presentationml/2006/main">
  <p:tag name="KSO_WM_DIAGRAM_VIRTUALLY_FRAME" val="{&quot;height&quot;:220,&quot;left&quot;:80,&quot;top&quot;:170,&quot;width&quot;:860}"/>
</p:tagLst>
</file>

<file path=ppt/tags/tag7.xml><?xml version="1.0" encoding="utf-8"?>
<p:tagLst xmlns:p="http://schemas.openxmlformats.org/presentationml/2006/main">
  <p:tag name="KSO_WM_DIAGRAM_VIRTUALLY_FRAME" val="{&quot;height&quot;:220,&quot;left&quot;:80,&quot;top&quot;:170,&quot;width&quot;:860}"/>
</p:tagLst>
</file>

<file path=ppt/tags/tag8.xml><?xml version="1.0" encoding="utf-8"?>
<p:tagLst xmlns:p="http://schemas.openxmlformats.org/presentationml/2006/main">
  <p:tag name="KSO_WM_DIAGRAM_VIRTUALLY_FRAME" val="{&quot;height&quot;:220,&quot;left&quot;:80,&quot;top&quot;:170,&quot;width&quot;:860}"/>
</p:tagLst>
</file>

<file path=ppt/tags/tag9.xml><?xml version="1.0" encoding="utf-8"?>
<p:tagLst xmlns:p="http://schemas.openxmlformats.org/presentationml/2006/main">
  <p:tag name="KSO_WM_DIAGRAM_VIRTUALLY_FRAME" val="{&quot;height&quot;:220,&quot;left&quot;:80,&quot;top&quot;:170,&quot;width&quot;:860}"/>
</p:tagLst>
</file>

<file path=ppt/tags/tag10.xml><?xml version="1.0" encoding="utf-8"?>
<p:tagLst xmlns:p="http://schemas.openxmlformats.org/presentationml/2006/main">
  <p:tag name="KSO_WM_DIAGRAM_VIRTUALLY_FRAME" val="{&quot;height&quot;:220,&quot;left&quot;:80,&quot;top&quot;:170,&quot;width&quot;:860}"/>
</p:tagLst>
</file>

<file path=ppt/tags/tag11.xml><?xml version="1.0" encoding="utf-8"?>
<p:tagLst xmlns:p="http://schemas.openxmlformats.org/presentationml/2006/main">
  <p:tag name="KSO_WM_DIAGRAM_VIRTUALLY_FRAME" val="{&quot;height&quot;:220,&quot;left&quot;:80,&quot;top&quot;:170,&quot;width&quot;:860}"/>
</p:tagLst>
</file>

<file path=ppt/tags/tag12.xml><?xml version="1.0" encoding="utf-8"?>
<p:tagLst xmlns:p="http://schemas.openxmlformats.org/presentationml/2006/main">
  <p:tag name="KSO_WM_DIAGRAM_VIRTUALLY_FRAME" val="{&quot;height&quot;:220,&quot;left&quot;:80,&quot;top&quot;:170,&quot;width&quot;:860}"/>
</p:tagLst>
</file>

<file path=ppt/tags/tag13.xml><?xml version="1.0" encoding="utf-8"?>
<p:tagLst xmlns:p="http://schemas.openxmlformats.org/presentationml/2006/main">
  <p:tag name="KSO_WM_DIAGRAM_VIRTUALLY_FRAME" val="{&quot;height&quot;:120.00416659432817,&quot;left&quot;:80,&quot;top&quot;:169.9999639469304,&quot;width&quot;:848}"/>
</p:tagLst>
</file>

<file path=ppt/tags/tag14.xml><?xml version="1.0" encoding="utf-8"?>
<p:tagLst xmlns:p="http://schemas.openxmlformats.org/presentationml/2006/main">
  <p:tag name="KSO_WM_DIAGRAM_VIRTUALLY_FRAME" val="{&quot;height&quot;:120.00416659432817,&quot;left&quot;:80,&quot;top&quot;:169.9999639469304,&quot;width&quot;:848}"/>
</p:tagLst>
</file>

<file path=ppt/tags/tag15.xml><?xml version="1.0" encoding="utf-8"?>
<p:tagLst xmlns:p="http://schemas.openxmlformats.org/presentationml/2006/main">
  <p:tag name="KSO_WM_DIAGRAM_VIRTUALLY_FRAME" val="{&quot;height&quot;:120.00416659432817,&quot;left&quot;:80,&quot;top&quot;:169.9999639469304,&quot;width&quot;:848}"/>
</p:tagLst>
</file>

<file path=ppt/tags/tag16.xml><?xml version="1.0" encoding="utf-8"?>
<p:tagLst xmlns:p="http://schemas.openxmlformats.org/presentationml/2006/main">
  <p:tag name="KSO_WM_DIAGRAM_VIRTUALLY_FRAME" val="{&quot;height&quot;:120.00416659432817,&quot;left&quot;:80,&quot;top&quot;:169.9999639469304,&quot;width&quot;:848}"/>
</p:tagLst>
</file>

<file path=ppt/tags/tag17.xml><?xml version="1.0" encoding="utf-8"?>
<p:tagLst xmlns:p="http://schemas.openxmlformats.org/presentationml/2006/main">
  <p:tag name="KSO_WM_DIAGRAM_VIRTUALLY_FRAME" val="{&quot;height&quot;:120.00416659432817,&quot;left&quot;:80,&quot;top&quot;:169.9999639469304,&quot;width&quot;:848}"/>
</p:tagLst>
</file>

<file path=ppt/tags/tag18.xml><?xml version="1.0" encoding="utf-8"?>
<p:tagLst xmlns:p="http://schemas.openxmlformats.org/presentationml/2006/main">
  <p:tag name="KSO_WM_DIAGRAM_VIRTUALLY_FRAME" val="{&quot;height&quot;:120.00416659432817,&quot;left&quot;:80,&quot;top&quot;:169.9999639469304,&quot;width&quot;:848}"/>
</p:tagLst>
</file>

<file path=ppt/tags/tag19.xml><?xml version="1.0" encoding="utf-8"?>
<p:tagLst xmlns:p="http://schemas.openxmlformats.org/presentationml/2006/main">
  <p:tag name="KSO_WM_DIAGRAM_VIRTUALLY_FRAME" val="{&quot;height&quot;:120.00416659432817,&quot;left&quot;:80,&quot;top&quot;:169.9999639469304,&quot;width&quot;:848}"/>
</p:tagLst>
</file>

<file path=ppt/tags/tag20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ags/tag21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ags/tag22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ags/tag23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ags/tag24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ags/tag25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ags/tag26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ags/tag27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ags/tag28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ags/tag29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ags/tag30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ags/tag31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ags/tag32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ags/tag33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ags/tag34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ags/tag35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ags/tag36.xml><?xml version="1.0" encoding="utf-8"?>
<p:tagLst xmlns:p="http://schemas.openxmlformats.org/presentationml/2006/main">
  <p:tag name="KSO_WM_DIAGRAM_VIRTUALLY_FRAME" val="{&quot;height&quot;:309.64996718928126,&quot;left&quot;:80,&quot;top&quot;:160.00003281071875,&quot;width&quot;:82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</Words>
  <Application>WPS 演示</Application>
  <PresentationFormat/>
  <Paragraphs>67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Gaojj</cp:lastModifiedBy>
  <cp:revision>6</cp:revision>
  <dcterms:created xsi:type="dcterms:W3CDTF">2026-01-18T09:04:00Z</dcterms:created>
  <dcterms:modified xsi:type="dcterms:W3CDTF">2026-01-19T10:06:49Z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6B21AB86014D4A789D32846ECD732B65_12</vt:lpwstr>
  </property>
  <property fmtid="{D5CDD505-2E9C-101B-9397-08002B2CF9AE}" pid="3" name="KSOProductBuildVer">
    <vt:lpwstr>2052-12.1.0.21915</vt:lpwstr>
  </property>
</Properties>
</file>