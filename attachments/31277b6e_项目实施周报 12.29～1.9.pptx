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7" r:id="rId3"/>
    <p:sldId id="262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bewxy" initials="B" lastIdx="0" clrIdx="0"/>
  <p:cmAuthor id="2" name="tion" initials="t" lastIdx="0" clrIdx="1"/>
  <p:cmAuthor id="3" name="bo huang" initials="" lastIdx="0" clrIdx="2"/>
  <p:cmAuthor id="4" name="Jia Wen" initials="JW" lastIdx="0" clrIdx="3"/>
  <p:cmAuthor id="5" name="VivianSheng" initials="V" lastIdx="0" clrIdx="4"/>
  <p:cmAuthor id="6" name="Shaoan Liu" initials="SL" lastIdx="0" clrIdx="5"/>
  <p:cmAuthor id="7" name="作者" initials="A" lastIdx="0" clrIdx="6"/>
  <p:cmAuthor id="8" name="daisy" initials="d" lastIdx="0" clrIdx="7"/>
  <p:cmAuthor id="9" name="望月" initials="望月" lastIdx="0" clrIdx="8"/>
  <p:cmAuthor id="10" name="林韵涵" initials="林" lastIdx="0" clrIdx="9"/>
  <p:cmAuthor id="11" name="13257" initials="1" lastIdx="0" clrIdx="10"/>
  <p:cmAuthor id="12" name="Windows 用户" initials="W" lastIdx="0" clrIdx="11"/>
  <p:cmAuthor id="13" name="User" initials="U" lastIdx="0" clrIdx="1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Issue/Problems - Suggestions.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926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/>
          <p:cNvSpPr txBox="1"/>
          <p:nvPr/>
        </p:nvSpPr>
        <p:spPr>
          <a:xfrm>
            <a:off x="4588564" y="6509616"/>
            <a:ext cx="42436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i="1" dirty="0">
                <a:solidFill>
                  <a:srgbClr val="FFFFFF"/>
                </a:solidFill>
              </a:rPr>
              <a:t>COMMERCIAL EXCELLENCE DELIVERED</a:t>
            </a:r>
            <a:endParaRPr lang="en-US" altLang="zh-CN" sz="2000" b="1" i="1" dirty="0">
              <a:solidFill>
                <a:srgbClr val="FFFFFF"/>
              </a:solidFill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842443" y="2951311"/>
            <a:ext cx="41363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i="1" dirty="0">
                <a:solidFill>
                  <a:srgbClr val="FFFFFF"/>
                </a:solidFill>
              </a:rPr>
              <a:t>项目实施周报</a:t>
            </a:r>
            <a:r>
              <a:rPr lang="en-US" altLang="zh-CN" sz="2800" b="1" i="1" dirty="0">
                <a:solidFill>
                  <a:srgbClr val="FFFFFF"/>
                </a:solidFill>
              </a:rPr>
              <a:t> 12.29～1.9</a:t>
            </a:r>
            <a:endParaRPr lang="en-US" altLang="zh-CN" sz="2800" b="1" i="1" dirty="0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2430" y="6272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汇报日期</a:t>
            </a:r>
            <a:r>
              <a:rPr lang="en-US" altLang="zh-CN">
                <a:solidFill>
                  <a:schemeClr val="bg1"/>
                </a:solidFill>
              </a:rPr>
              <a:t>：2026.1.9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98640" y="2314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r"/>
            <a:r>
              <a:rPr lang="zh-CN" altLang="en-US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战略客户的项目进展</a:t>
            </a:r>
            <a:r>
              <a:rPr lang="en-US" altLang="zh-CN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信息同步</a:t>
            </a:r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61950" y="772160"/>
          <a:ext cx="11467465" cy="6042660"/>
        </p:xfrm>
        <a:graphic>
          <a:graphicData uri="http://schemas.openxmlformats.org/drawingml/2006/table">
            <a:tbl>
              <a:tblPr firstRow="1"/>
              <a:tblGrid>
                <a:gridCol w="645160"/>
                <a:gridCol w="991235"/>
                <a:gridCol w="8573770"/>
                <a:gridCol w="1257300"/>
              </a:tblGrid>
              <a:tr h="22606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序号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重点项目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项目信息同步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项目负责人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92710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默克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本周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CR：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讲者电子签改造本周上线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补充合同场景正在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UAT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，终止合同待下周跟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Ariba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讨论方案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因默克总经理调整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跟进调整审批流及消息待办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跟进内审需求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2. 25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6-10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CR、HCP、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药师参会等几个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PO，25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Q4license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已全部开票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待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2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月份回款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3.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26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年运维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+25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～1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月的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CR，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预计本月开票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刘元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龙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华东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本周重点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跟进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：D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类活动改造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美团偿还报表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医美产品组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改造等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；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招采项目目前正在由战略政策部测试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待测试完成后确认具体的上线时间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华东四期合同及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26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年运维合同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目前华东已经完成流程审批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正在远大集团内部审批中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待审批完成可进行开票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高静静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齐鲁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1.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齐鲁三期中有部分功能客户暂时没有需求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需要做合同调整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目前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PM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正在跟进沟通，同步跟进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25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人天确认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。WPS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客户正在准备验收材料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预计本月完成验收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下月开票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2. 26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年运维合同及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25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年签到二要素费用已确认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预计下周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开票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刘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娜娜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5570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翰森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重点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CR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跟进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身份认证功能正在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SIT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预计下周三进行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UAT。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美团对接申请单功能本周已上线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数动力数据和接口开发（采购报表和材料接口），开发已完成，联调测试中，下周部署正式环境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同步跟进需求包含会议类型调整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、HCO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白名单管理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数动力返回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美团用餐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三方讲者确认数据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下周跟客户约会沟通数动力对接的需求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实施主合同及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年运维服务协议和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CR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项目补充协议均为开票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待催回款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推进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年运维协议及框架协议签署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预计本月完成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进行开票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孙菲娅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百济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本周重点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CR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跟进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：Pre-GRC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采购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百老荟线上会数量管控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美团餐厅调整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因百济正在上合同管理软件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正在跟客户沟通合同对接的方案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正在推进百济运维合同的签约推进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预计金额为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50w。Q3、Q4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的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CR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均已开票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月份回款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王雨佳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和黄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1.26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年运维合同已双签盖章，下周一开票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2.250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人天日常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已与业务验收确认，预计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月中旬可以开票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3.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香港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EM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本周沟通，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HCP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管理模块移除，同步客户最新报价，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58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人天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颜鑫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990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扬子江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客户正在准备第三笔验收材料，预计下周可以将材料准备完成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自动结算完成需求初步沟通，待评估调整工时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颜鑫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990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云顶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海森项目正在开发中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计划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日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上线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2. 26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年运维合同本周已开票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待回款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张宇通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511175" y="912495"/>
          <a:ext cx="11365865" cy="5637530"/>
        </p:xfrm>
        <a:graphic>
          <a:graphicData uri="http://schemas.openxmlformats.org/drawingml/2006/table">
            <a:tbl>
              <a:tblPr/>
              <a:tblGrid>
                <a:gridCol w="746125"/>
                <a:gridCol w="1018540"/>
                <a:gridCol w="8258175"/>
                <a:gridCol w="1343025"/>
              </a:tblGrid>
              <a:tr h="31369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序号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新项目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项目信息同步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项目负责人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3347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泰诺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CRM&amp;EMS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SIT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进行中，当前进展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85%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，下周四前可以完成用例及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BUG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修复；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接口联调中，讲者部分已联调完成，下周一、二会联调剩余部分，已提前协调对方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对接人下周进行支持，风控可控。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正式环境数据初始化全量数据收集，计划下周五前完成收集和数据整理；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4. 16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号准备进行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测试前计划和功能对齐宣讲工作。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孙菲娅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527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礼邦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内部开发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功能开发进度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95%，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准备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UAT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材料中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号开始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UAT，29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号技术上线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李沫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忱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467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神基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主实施合同已经完成验收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待满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个月收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10%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尾款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月份可开票收款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新签样品管理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美团对接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电子档案三个合同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目前正在开发中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月份能完成验收开票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张宇通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527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凯瑞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日已经全部上线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目前正在处于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Hypercare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阶段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由叶甜甜跟进运维支持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林穆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467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百济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SAAS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正在撰写功能设计说明书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整体进度在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90%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主体功能开发进度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10%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，接口开发进度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10%。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目前因资源比较紧张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开发预计下周要赶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进度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王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雄伟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467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士卓曼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内部开发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整体开发进度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55%；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企查查接口已经开发完成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接口开发进度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20%，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正常推进中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完成企查查及置换协议的签署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林穆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1287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雷允上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雷允上采取分布上线的方式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日实现湖北试点区域会议申请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会议执行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讲者管理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合同申请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月底实现讲课费结算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用户报销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；3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月份实现三方项目管理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对接拜访管理的报销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客户关心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杏联对接方案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计划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月中下旬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约老板时间跟雷允上一起沟通交流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未来自办会的讲课费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雷允上也计划通过杏联走明目进行支付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需要安排雷允上的运维支持人员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日需要介入雷允上项目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高静静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91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远大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蜀阳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在杭远租户中导入用户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做数据权限隔离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目前正在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预计下周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上线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李沫忱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 fontAlgn="ctr">
                        <a:buNone/>
                      </a:pP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898640" y="23145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r"/>
            <a:r>
              <a:rPr lang="zh-CN" altLang="en-US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新项目</a:t>
            </a:r>
            <a:r>
              <a:rPr lang="zh-CN" altLang="en-US" sz="1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进展</a:t>
            </a:r>
            <a:r>
              <a:rPr lang="en-US" altLang="zh-CN" sz="1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信息同步</a:t>
            </a:r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 algn="r"/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98640" y="23145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r"/>
            <a:r>
              <a:rPr lang="en-US" altLang="zh-CN" sz="1600">
                <a:sym typeface="+mn-ea"/>
              </a:rPr>
              <a:t>ssue/Problems - Suggestions.</a:t>
            </a:r>
            <a:endParaRPr lang="en-US" altLang="zh-CN" sz="1600"/>
          </a:p>
          <a:p>
            <a:pPr marL="0" indent="0" algn="r"/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93040" y="1617980"/>
          <a:ext cx="11365865" cy="3009265"/>
        </p:xfrm>
        <a:graphic>
          <a:graphicData uri="http://schemas.openxmlformats.org/drawingml/2006/table">
            <a:tbl>
              <a:tblPr/>
              <a:tblGrid>
                <a:gridCol w="2015490"/>
                <a:gridCol w="9350375"/>
              </a:tblGrid>
              <a:tr h="61277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风险及</a:t>
                      </a:r>
                      <a:r>
                        <a:rPr lang="zh-CN" altLang="en-US" sz="18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问题</a:t>
                      </a:r>
                      <a:endParaRPr lang="zh-CN" altLang="en-US" sz="18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说明</a:t>
                      </a:r>
                      <a:endParaRPr lang="zh-CN" altLang="en-US" sz="18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119824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暂无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50000"/>
                        </a:lnSpc>
                        <a:buNone/>
                      </a:pP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902*376"/>
  <p:tag name="TABLE_ENDDRAG_RECT" val="28*61*902*376"/>
</p:tagLst>
</file>

<file path=ppt/tags/tag64.xml><?xml version="1.0" encoding="utf-8"?>
<p:tagLst xmlns:p="http://schemas.openxmlformats.org/presentationml/2006/main">
  <p:tag name="TABLE_ENDDRAG_ORIGIN_RECT" val="894*443"/>
  <p:tag name="TABLE_ENDDRAG_RECT" val="40*71*894*443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1840</Words>
  <Application>WPS 表格</Application>
  <PresentationFormat>宽屏</PresentationFormat>
  <Paragraphs>184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汉仪旗黑</vt:lpstr>
      <vt:lpstr>汉仪书宋二KW</vt:lpstr>
      <vt:lpstr>苹方-简</vt:lpstr>
      <vt:lpstr>微软雅黑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linmu</dc:creator>
  <cp:lastModifiedBy>WPS_1761633435</cp:lastModifiedBy>
  <cp:revision>177</cp:revision>
  <dcterms:created xsi:type="dcterms:W3CDTF">2026-01-09T10:13:01Z</dcterms:created>
  <dcterms:modified xsi:type="dcterms:W3CDTF">2026-01-09T10:13:01Z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9313D33DAAF577C7191A2969D6B8C715_41</vt:lpwstr>
  </property>
</Properties>
</file>